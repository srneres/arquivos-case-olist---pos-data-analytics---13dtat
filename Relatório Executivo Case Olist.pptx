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98" r:id="rId5"/>
    <p:sldId id="300" r:id="rId6"/>
    <p:sldId id="301" r:id="rId7"/>
    <p:sldId id="302" r:id="rId8"/>
    <p:sldId id="303" r:id="rId9"/>
    <p:sldId id="304" r:id="rId10"/>
    <p:sldId id="306" r:id="rId11"/>
    <p:sldId id="308" r:id="rId12"/>
    <p:sldId id="307" r:id="rId13"/>
    <p:sldId id="312" r:id="rId14"/>
    <p:sldId id="310" r:id="rId1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9F29"/>
    <a:srgbClr val="0050ED"/>
    <a:srgbClr val="E64E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86652-D72B-4693-AE0B-EDDEC29B0199}" v="235" dt="2026-04-25T16:38:33.3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3" autoAdjust="0"/>
  </p:normalViewPr>
  <p:slideViewPr>
    <p:cSldViewPr snapToGrid="0">
      <p:cViewPr varScale="1">
        <p:scale>
          <a:sx n="102" d="100"/>
          <a:sy n="102" d="100"/>
        </p:scale>
        <p:origin x="95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neres" userId="ad886bd3a62a6b1f" providerId="LiveId" clId="{67C9EFF0-A868-4A11-83A6-8C1418B64F91}"/>
    <pc:docChg chg="undo custSel addSld delSld modSld sldOrd modMainMaster">
      <pc:chgData name="Gustavo neres" userId="ad886bd3a62a6b1f" providerId="LiveId" clId="{67C9EFF0-A868-4A11-83A6-8C1418B64F91}" dt="2026-04-25T17:15:44.502" v="2085" actId="20577"/>
      <pc:docMkLst>
        <pc:docMk/>
      </pc:docMkLst>
      <pc:sldChg chg="addSp delSp modSp mod modTransition modNotesTx">
        <pc:chgData name="Gustavo neres" userId="ad886bd3a62a6b1f" providerId="LiveId" clId="{67C9EFF0-A868-4A11-83A6-8C1418B64F91}" dt="2026-04-25T16:22:28.674" v="2054" actId="478"/>
        <pc:sldMkLst>
          <pc:docMk/>
          <pc:sldMk cId="193143965" sldId="298"/>
        </pc:sldMkLst>
        <pc:spChg chg="add mod">
          <ac:chgData name="Gustavo neres" userId="ad886bd3a62a6b1f" providerId="LiveId" clId="{67C9EFF0-A868-4A11-83A6-8C1418B64F91}" dt="2026-04-25T14:31:45.415" v="746"/>
          <ac:spMkLst>
            <pc:docMk/>
            <pc:sldMk cId="193143965" sldId="298"/>
            <ac:spMk id="5" creationId="{1F361AC6-D2B2-2544-ECD0-4DE84787550E}"/>
          </ac:spMkLst>
        </pc:spChg>
        <pc:picChg chg="add del mod">
          <ac:chgData name="Gustavo neres" userId="ad886bd3a62a6b1f" providerId="LiveId" clId="{67C9EFF0-A868-4A11-83A6-8C1418B64F91}" dt="2026-04-25T16:19:08.845" v="2052" actId="478"/>
          <ac:picMkLst>
            <pc:docMk/>
            <pc:sldMk cId="193143965" sldId="298"/>
            <ac:picMk id="6" creationId="{F69FFC54-18E8-21DD-FD43-A7931486AA45}"/>
          </ac:picMkLst>
        </pc:picChg>
        <pc:picChg chg="add del mod">
          <ac:chgData name="Gustavo neres" userId="ad886bd3a62a6b1f" providerId="LiveId" clId="{67C9EFF0-A868-4A11-83A6-8C1418B64F91}" dt="2026-04-25T16:22:28.674" v="2054" actId="478"/>
          <ac:picMkLst>
            <pc:docMk/>
            <pc:sldMk cId="193143965" sldId="298"/>
            <ac:picMk id="7" creationId="{28E8CBE7-F1F0-6B33-5D72-9C63E02DC145}"/>
          </ac:picMkLst>
        </pc:picChg>
      </pc:sldChg>
      <pc:sldChg chg="addSp delSp modSp mod modTransition">
        <pc:chgData name="Gustavo neres" userId="ad886bd3a62a6b1f" providerId="LiveId" clId="{67C9EFF0-A868-4A11-83A6-8C1418B64F91}" dt="2026-04-25T16:22:30.811" v="2055" actId="478"/>
        <pc:sldMkLst>
          <pc:docMk/>
          <pc:sldMk cId="2933514334" sldId="300"/>
        </pc:sldMkLst>
        <pc:spChg chg="add mod">
          <ac:chgData name="Gustavo neres" userId="ad886bd3a62a6b1f" providerId="LiveId" clId="{67C9EFF0-A868-4A11-83A6-8C1418B64F91}" dt="2026-04-25T14:31:42.251" v="744"/>
          <ac:spMkLst>
            <pc:docMk/>
            <pc:sldMk cId="2933514334" sldId="300"/>
            <ac:spMk id="3" creationId="{C2C514CA-19D1-C11F-E819-C7604B18AD3A}"/>
          </ac:spMkLst>
        </pc:spChg>
        <pc:picChg chg="add del mod">
          <ac:chgData name="Gustavo neres" userId="ad886bd3a62a6b1f" providerId="LiveId" clId="{67C9EFF0-A868-4A11-83A6-8C1418B64F91}" dt="2026-04-25T16:22:30.811" v="2055" actId="478"/>
          <ac:picMkLst>
            <pc:docMk/>
            <pc:sldMk cId="2933514334" sldId="300"/>
            <ac:picMk id="4" creationId="{282933F5-BE54-B9F0-6725-09C5FED6D237}"/>
          </ac:picMkLst>
        </pc:picChg>
      </pc:sldChg>
      <pc:sldChg chg="addSp delSp modSp mod modTransition">
        <pc:chgData name="Gustavo neres" userId="ad886bd3a62a6b1f" providerId="LiveId" clId="{67C9EFF0-A868-4A11-83A6-8C1418B64F91}" dt="2026-04-25T17:05:36.973" v="2070" actId="20577"/>
        <pc:sldMkLst>
          <pc:docMk/>
          <pc:sldMk cId="3519964526" sldId="301"/>
        </pc:sldMkLst>
        <pc:spChg chg="mod">
          <ac:chgData name="Gustavo neres" userId="ad886bd3a62a6b1f" providerId="LiveId" clId="{67C9EFF0-A868-4A11-83A6-8C1418B64F91}" dt="2026-04-25T13:48:55.105" v="6" actId="14100"/>
          <ac:spMkLst>
            <pc:docMk/>
            <pc:sldMk cId="3519964526" sldId="301"/>
            <ac:spMk id="2" creationId="{BA82CC3D-9A73-7175-DF85-22F0E035C664}"/>
          </ac:spMkLst>
        </pc:spChg>
        <pc:spChg chg="mod">
          <ac:chgData name="Gustavo neres" userId="ad886bd3a62a6b1f" providerId="LiveId" clId="{67C9EFF0-A868-4A11-83A6-8C1418B64F91}" dt="2026-04-25T17:05:36.973" v="2070" actId="20577"/>
          <ac:spMkLst>
            <pc:docMk/>
            <pc:sldMk cId="3519964526" sldId="301"/>
            <ac:spMk id="4" creationId="{4BFD9CCF-77BE-96A3-6866-1FDFC9BF7E74}"/>
          </ac:spMkLst>
        </pc:spChg>
        <pc:spChg chg="add mod ord">
          <ac:chgData name="Gustavo neres" userId="ad886bd3a62a6b1f" providerId="LiveId" clId="{67C9EFF0-A868-4A11-83A6-8C1418B64F91}" dt="2026-04-25T13:49:50.116" v="15" actId="171"/>
          <ac:spMkLst>
            <pc:docMk/>
            <pc:sldMk cId="3519964526" sldId="301"/>
            <ac:spMk id="7" creationId="{1F32F9FD-6F43-EDB5-CEB1-FCCC7D11740E}"/>
          </ac:spMkLst>
        </pc:spChg>
        <pc:spChg chg="add mod">
          <ac:chgData name="Gustavo neres" userId="ad886bd3a62a6b1f" providerId="LiveId" clId="{67C9EFF0-A868-4A11-83A6-8C1418B64F91}" dt="2026-04-25T14:19:23.988" v="434" actId="1076"/>
          <ac:spMkLst>
            <pc:docMk/>
            <pc:sldMk cId="3519964526" sldId="301"/>
            <ac:spMk id="8" creationId="{EDDAC91E-09ED-C0AA-B1A8-7BD1A61AA007}"/>
          </ac:spMkLst>
        </pc:spChg>
        <pc:spChg chg="add del mod">
          <ac:chgData name="Gustavo neres" userId="ad886bd3a62a6b1f" providerId="LiveId" clId="{67C9EFF0-A868-4A11-83A6-8C1418B64F91}" dt="2026-04-25T14:16:01.810" v="303" actId="478"/>
          <ac:spMkLst>
            <pc:docMk/>
            <pc:sldMk cId="3519964526" sldId="301"/>
            <ac:spMk id="9" creationId="{3908994D-9F85-8348-2E2C-0D309BD218A8}"/>
          </ac:spMkLst>
        </pc:spChg>
        <pc:spChg chg="add del mod">
          <ac:chgData name="Gustavo neres" userId="ad886bd3a62a6b1f" providerId="LiveId" clId="{67C9EFF0-A868-4A11-83A6-8C1418B64F91}" dt="2026-04-25T14:15:54.521" v="296" actId="478"/>
          <ac:spMkLst>
            <pc:docMk/>
            <pc:sldMk cId="3519964526" sldId="301"/>
            <ac:spMk id="10" creationId="{5F3B2DFB-EF37-6E1A-7E90-8233BD23C172}"/>
          </ac:spMkLst>
        </pc:spChg>
        <pc:spChg chg="add del mod">
          <ac:chgData name="Gustavo neres" userId="ad886bd3a62a6b1f" providerId="LiveId" clId="{67C9EFF0-A868-4A11-83A6-8C1418B64F91}" dt="2026-04-25T14:15:39.916" v="291" actId="478"/>
          <ac:spMkLst>
            <pc:docMk/>
            <pc:sldMk cId="3519964526" sldId="301"/>
            <ac:spMk id="11" creationId="{17691D94-CF84-B510-3EE1-64C6180F6515}"/>
          </ac:spMkLst>
        </pc:spChg>
        <pc:spChg chg="add mod">
          <ac:chgData name="Gustavo neres" userId="ad886bd3a62a6b1f" providerId="LiveId" clId="{67C9EFF0-A868-4A11-83A6-8C1418B64F91}" dt="2026-04-25T14:17:17.947" v="343" actId="1076"/>
          <ac:spMkLst>
            <pc:docMk/>
            <pc:sldMk cId="3519964526" sldId="301"/>
            <ac:spMk id="12" creationId="{E4B243DD-CB8B-4A8F-9B2E-35FE4123DAA3}"/>
          </ac:spMkLst>
        </pc:spChg>
        <pc:spChg chg="add del mod">
          <ac:chgData name="Gustavo neres" userId="ad886bd3a62a6b1f" providerId="LiveId" clId="{67C9EFF0-A868-4A11-83A6-8C1418B64F91}" dt="2026-04-25T14:15:59.798" v="300" actId="478"/>
          <ac:spMkLst>
            <pc:docMk/>
            <pc:sldMk cId="3519964526" sldId="301"/>
            <ac:spMk id="13" creationId="{16EC9E41-24B2-F8E7-2CA3-F3196147816F}"/>
          </ac:spMkLst>
        </pc:spChg>
        <pc:spChg chg="add del mod">
          <ac:chgData name="Gustavo neres" userId="ad886bd3a62a6b1f" providerId="LiveId" clId="{67C9EFF0-A868-4A11-83A6-8C1418B64F91}" dt="2026-04-25T14:15:57.648" v="298" actId="478"/>
          <ac:spMkLst>
            <pc:docMk/>
            <pc:sldMk cId="3519964526" sldId="301"/>
            <ac:spMk id="14" creationId="{3789DBD2-00F9-E19F-C16E-53CBF5A4447F}"/>
          </ac:spMkLst>
        </pc:spChg>
        <pc:spChg chg="add del">
          <ac:chgData name="Gustavo neres" userId="ad886bd3a62a6b1f" providerId="LiveId" clId="{67C9EFF0-A868-4A11-83A6-8C1418B64F91}" dt="2026-04-25T14:07:44.239" v="114" actId="478"/>
          <ac:spMkLst>
            <pc:docMk/>
            <pc:sldMk cId="3519964526" sldId="301"/>
            <ac:spMk id="25" creationId="{BF95C766-E259-4653-17F9-27004CED5CF3}"/>
          </ac:spMkLst>
        </pc:spChg>
        <pc:spChg chg="add del mod">
          <ac:chgData name="Gustavo neres" userId="ad886bd3a62a6b1f" providerId="LiveId" clId="{67C9EFF0-A868-4A11-83A6-8C1418B64F91}" dt="2026-04-25T14:08:02.542" v="126" actId="478"/>
          <ac:spMkLst>
            <pc:docMk/>
            <pc:sldMk cId="3519964526" sldId="301"/>
            <ac:spMk id="26" creationId="{2841DFD6-7125-2750-B9E5-1B23CA329057}"/>
          </ac:spMkLst>
        </pc:spChg>
        <pc:spChg chg="add del mod">
          <ac:chgData name="Gustavo neres" userId="ad886bd3a62a6b1f" providerId="LiveId" clId="{67C9EFF0-A868-4A11-83A6-8C1418B64F91}" dt="2026-04-25T14:08:28.038" v="141" actId="478"/>
          <ac:spMkLst>
            <pc:docMk/>
            <pc:sldMk cId="3519964526" sldId="301"/>
            <ac:spMk id="27" creationId="{D01CE26A-CCAE-350E-8AAC-04DFCBF04248}"/>
          </ac:spMkLst>
        </pc:spChg>
        <pc:spChg chg="add del mod">
          <ac:chgData name="Gustavo neres" userId="ad886bd3a62a6b1f" providerId="LiveId" clId="{67C9EFF0-A868-4A11-83A6-8C1418B64F91}" dt="2026-04-25T14:16:01.447" v="302" actId="478"/>
          <ac:spMkLst>
            <pc:docMk/>
            <pc:sldMk cId="3519964526" sldId="301"/>
            <ac:spMk id="28" creationId="{CF6EB99F-F674-AC70-D562-05D0155767DC}"/>
          </ac:spMkLst>
        </pc:spChg>
        <pc:spChg chg="add del mod">
          <ac:chgData name="Gustavo neres" userId="ad886bd3a62a6b1f" providerId="LiveId" clId="{67C9EFF0-A868-4A11-83A6-8C1418B64F91}" dt="2026-04-25T14:16:04.015" v="305" actId="478"/>
          <ac:spMkLst>
            <pc:docMk/>
            <pc:sldMk cId="3519964526" sldId="301"/>
            <ac:spMk id="29" creationId="{AE4C4F72-B384-9A8E-3345-D59349D2727B}"/>
          </ac:spMkLst>
        </pc:spChg>
        <pc:spChg chg="add mod">
          <ac:chgData name="Gustavo neres" userId="ad886bd3a62a6b1f" providerId="LiveId" clId="{67C9EFF0-A868-4A11-83A6-8C1418B64F91}" dt="2026-04-25T14:09:38.305" v="165" actId="207"/>
          <ac:spMkLst>
            <pc:docMk/>
            <pc:sldMk cId="3519964526" sldId="301"/>
            <ac:spMk id="30" creationId="{11B01027-10A6-53C0-A688-7295372CB89F}"/>
          </ac:spMkLst>
        </pc:spChg>
        <pc:spChg chg="add del mod">
          <ac:chgData name="Gustavo neres" userId="ad886bd3a62a6b1f" providerId="LiveId" clId="{67C9EFF0-A868-4A11-83A6-8C1418B64F91}" dt="2026-04-25T14:15:56.657" v="297" actId="478"/>
          <ac:spMkLst>
            <pc:docMk/>
            <pc:sldMk cId="3519964526" sldId="301"/>
            <ac:spMk id="31" creationId="{B30091F0-C5AE-9E9D-D99D-3957BA92A280}"/>
          </ac:spMkLst>
        </pc:spChg>
        <pc:spChg chg="add del mod">
          <ac:chgData name="Gustavo neres" userId="ad886bd3a62a6b1f" providerId="LiveId" clId="{67C9EFF0-A868-4A11-83A6-8C1418B64F91}" dt="2026-04-25T14:15:44.305" v="295" actId="478"/>
          <ac:spMkLst>
            <pc:docMk/>
            <pc:sldMk cId="3519964526" sldId="301"/>
            <ac:spMk id="32" creationId="{2BC10C6A-3587-C16B-D554-4D4F3F001A86}"/>
          </ac:spMkLst>
        </pc:spChg>
        <pc:spChg chg="add mod">
          <ac:chgData name="Gustavo neres" userId="ad886bd3a62a6b1f" providerId="LiveId" clId="{67C9EFF0-A868-4A11-83A6-8C1418B64F91}" dt="2026-04-25T14:11:01.111" v="208"/>
          <ac:spMkLst>
            <pc:docMk/>
            <pc:sldMk cId="3519964526" sldId="301"/>
            <ac:spMk id="33" creationId="{423750C7-60A2-9B16-1E4B-B61E0F99E039}"/>
          </ac:spMkLst>
        </pc:spChg>
        <pc:spChg chg="add mod">
          <ac:chgData name="Gustavo neres" userId="ad886bd3a62a6b1f" providerId="LiveId" clId="{67C9EFF0-A868-4A11-83A6-8C1418B64F91}" dt="2026-04-25T14:11:01.111" v="208"/>
          <ac:spMkLst>
            <pc:docMk/>
            <pc:sldMk cId="3519964526" sldId="301"/>
            <ac:spMk id="34" creationId="{E97BB1FD-B7F9-0E09-58DD-5CADFBA9A802}"/>
          </ac:spMkLst>
        </pc:spChg>
        <pc:spChg chg="add del mod">
          <ac:chgData name="Gustavo neres" userId="ad886bd3a62a6b1f" providerId="LiveId" clId="{67C9EFF0-A868-4A11-83A6-8C1418B64F91}" dt="2026-04-25T14:15:42.549" v="294" actId="478"/>
          <ac:spMkLst>
            <pc:docMk/>
            <pc:sldMk cId="3519964526" sldId="301"/>
            <ac:spMk id="35" creationId="{BBBEEDF3-B93B-FE7C-C6A3-0906DE962166}"/>
          </ac:spMkLst>
        </pc:spChg>
        <pc:spChg chg="add del mod">
          <ac:chgData name="Gustavo neres" userId="ad886bd3a62a6b1f" providerId="LiveId" clId="{67C9EFF0-A868-4A11-83A6-8C1418B64F91}" dt="2026-04-25T14:15:41.380" v="293" actId="478"/>
          <ac:spMkLst>
            <pc:docMk/>
            <pc:sldMk cId="3519964526" sldId="301"/>
            <ac:spMk id="36" creationId="{98450AFA-3018-7DA1-EDE5-65F223D1B2E5}"/>
          </ac:spMkLst>
        </pc:spChg>
        <pc:spChg chg="add mod">
          <ac:chgData name="Gustavo neres" userId="ad886bd3a62a6b1f" providerId="LiveId" clId="{67C9EFF0-A868-4A11-83A6-8C1418B64F91}" dt="2026-04-25T14:17:17.947" v="343" actId="1076"/>
          <ac:spMkLst>
            <pc:docMk/>
            <pc:sldMk cId="3519964526" sldId="301"/>
            <ac:spMk id="37" creationId="{79A8B2B4-B164-ACC9-AA74-935CC62C050C}"/>
          </ac:spMkLst>
        </pc:spChg>
        <pc:spChg chg="add mod">
          <ac:chgData name="Gustavo neres" userId="ad886bd3a62a6b1f" providerId="LiveId" clId="{67C9EFF0-A868-4A11-83A6-8C1418B64F91}" dt="2026-04-25T14:18:55.712" v="429" actId="403"/>
          <ac:spMkLst>
            <pc:docMk/>
            <pc:sldMk cId="3519964526" sldId="301"/>
            <ac:spMk id="38" creationId="{7DA46826-C893-E8CB-FB41-882868E06B70}"/>
          </ac:spMkLst>
        </pc:spChg>
        <pc:spChg chg="add del mod">
          <ac:chgData name="Gustavo neres" userId="ad886bd3a62a6b1f" providerId="LiveId" clId="{67C9EFF0-A868-4A11-83A6-8C1418B64F91}" dt="2026-04-25T14:16:00.944" v="301" actId="478"/>
          <ac:spMkLst>
            <pc:docMk/>
            <pc:sldMk cId="3519964526" sldId="301"/>
            <ac:spMk id="39" creationId="{28EA3C44-6056-D570-6DDA-FF755AF0103B}"/>
          </ac:spMkLst>
        </pc:spChg>
        <pc:spChg chg="add del mod">
          <ac:chgData name="Gustavo neres" userId="ad886bd3a62a6b1f" providerId="LiveId" clId="{67C9EFF0-A868-4A11-83A6-8C1418B64F91}" dt="2026-04-25T14:16:03.431" v="304" actId="478"/>
          <ac:spMkLst>
            <pc:docMk/>
            <pc:sldMk cId="3519964526" sldId="301"/>
            <ac:spMk id="40" creationId="{3EB44DAC-28D5-18A9-A44E-8FCEB9430413}"/>
          </ac:spMkLst>
        </pc:spChg>
        <pc:spChg chg="mod">
          <ac:chgData name="Gustavo neres" userId="ad886bd3a62a6b1f" providerId="LiveId" clId="{67C9EFF0-A868-4A11-83A6-8C1418B64F91}" dt="2026-04-25T14:16:47.991" v="328"/>
          <ac:spMkLst>
            <pc:docMk/>
            <pc:sldMk cId="3519964526" sldId="301"/>
            <ac:spMk id="46" creationId="{F8A1B35B-DB73-96D7-076E-9A634667F80D}"/>
          </ac:spMkLst>
        </pc:spChg>
        <pc:spChg chg="mod">
          <ac:chgData name="Gustavo neres" userId="ad886bd3a62a6b1f" providerId="LiveId" clId="{67C9EFF0-A868-4A11-83A6-8C1418B64F91}" dt="2026-04-25T14:16:47.991" v="328"/>
          <ac:spMkLst>
            <pc:docMk/>
            <pc:sldMk cId="3519964526" sldId="301"/>
            <ac:spMk id="47" creationId="{39070189-6F61-70F0-0DBC-ABBEBEE9B71D}"/>
          </ac:spMkLst>
        </pc:spChg>
        <pc:spChg chg="mod">
          <ac:chgData name="Gustavo neres" userId="ad886bd3a62a6b1f" providerId="LiveId" clId="{67C9EFF0-A868-4A11-83A6-8C1418B64F91}" dt="2026-04-25T14:16:47.991" v="328"/>
          <ac:spMkLst>
            <pc:docMk/>
            <pc:sldMk cId="3519964526" sldId="301"/>
            <ac:spMk id="48" creationId="{B5D17F54-1778-9DFA-83B3-9942F853C9C3}"/>
          </ac:spMkLst>
        </pc:spChg>
        <pc:spChg chg="mod">
          <ac:chgData name="Gustavo neres" userId="ad886bd3a62a6b1f" providerId="LiveId" clId="{67C9EFF0-A868-4A11-83A6-8C1418B64F91}" dt="2026-04-25T14:16:55.999" v="330" actId="1076"/>
          <ac:spMkLst>
            <pc:docMk/>
            <pc:sldMk cId="3519964526" sldId="301"/>
            <ac:spMk id="50" creationId="{F3626EC7-0770-2597-E5D2-2E64BF2C7CE4}"/>
          </ac:spMkLst>
        </pc:spChg>
        <pc:spChg chg="mod">
          <ac:chgData name="Gustavo neres" userId="ad886bd3a62a6b1f" providerId="LiveId" clId="{67C9EFF0-A868-4A11-83A6-8C1418B64F91}" dt="2026-04-25T14:16:55.999" v="330" actId="1076"/>
          <ac:spMkLst>
            <pc:docMk/>
            <pc:sldMk cId="3519964526" sldId="301"/>
            <ac:spMk id="51" creationId="{D28D5955-80A2-3FFA-2079-217423DF93F5}"/>
          </ac:spMkLst>
        </pc:spChg>
        <pc:spChg chg="mod">
          <ac:chgData name="Gustavo neres" userId="ad886bd3a62a6b1f" providerId="LiveId" clId="{67C9EFF0-A868-4A11-83A6-8C1418B64F91}" dt="2026-04-25T14:16:55.999" v="330" actId="1076"/>
          <ac:spMkLst>
            <pc:docMk/>
            <pc:sldMk cId="3519964526" sldId="301"/>
            <ac:spMk id="52" creationId="{D504205C-857B-BE82-3401-4B2E05532447}"/>
          </ac:spMkLst>
        </pc:spChg>
        <pc:spChg chg="mod">
          <ac:chgData name="Gustavo neres" userId="ad886bd3a62a6b1f" providerId="LiveId" clId="{67C9EFF0-A868-4A11-83A6-8C1418B64F91}" dt="2026-04-25T14:17:00.114" v="332" actId="1076"/>
          <ac:spMkLst>
            <pc:docMk/>
            <pc:sldMk cId="3519964526" sldId="301"/>
            <ac:spMk id="54" creationId="{6AD80EF8-1A1B-2932-3BF3-6A319B8A9822}"/>
          </ac:spMkLst>
        </pc:spChg>
        <pc:spChg chg="mod">
          <ac:chgData name="Gustavo neres" userId="ad886bd3a62a6b1f" providerId="LiveId" clId="{67C9EFF0-A868-4A11-83A6-8C1418B64F91}" dt="2026-04-25T14:17:00.114" v="332" actId="1076"/>
          <ac:spMkLst>
            <pc:docMk/>
            <pc:sldMk cId="3519964526" sldId="301"/>
            <ac:spMk id="55" creationId="{0A820BE2-0DD8-08D5-176B-278E010E53AB}"/>
          </ac:spMkLst>
        </pc:spChg>
        <pc:spChg chg="mod">
          <ac:chgData name="Gustavo neres" userId="ad886bd3a62a6b1f" providerId="LiveId" clId="{67C9EFF0-A868-4A11-83A6-8C1418B64F91}" dt="2026-04-25T14:17:00.114" v="332" actId="1076"/>
          <ac:spMkLst>
            <pc:docMk/>
            <pc:sldMk cId="3519964526" sldId="301"/>
            <ac:spMk id="56" creationId="{0A291B72-9B8C-13EF-8047-F8E90A41E123}"/>
          </ac:spMkLst>
        </pc:spChg>
        <pc:spChg chg="mod">
          <ac:chgData name="Gustavo neres" userId="ad886bd3a62a6b1f" providerId="LiveId" clId="{67C9EFF0-A868-4A11-83A6-8C1418B64F91}" dt="2026-04-25T14:17:03.817" v="334" actId="1076"/>
          <ac:spMkLst>
            <pc:docMk/>
            <pc:sldMk cId="3519964526" sldId="301"/>
            <ac:spMk id="58" creationId="{2F525BF8-72BB-DF8A-76A6-E4C54A22CC3A}"/>
          </ac:spMkLst>
        </pc:spChg>
        <pc:spChg chg="mod">
          <ac:chgData name="Gustavo neres" userId="ad886bd3a62a6b1f" providerId="LiveId" clId="{67C9EFF0-A868-4A11-83A6-8C1418B64F91}" dt="2026-04-25T14:17:03.817" v="334" actId="1076"/>
          <ac:spMkLst>
            <pc:docMk/>
            <pc:sldMk cId="3519964526" sldId="301"/>
            <ac:spMk id="59" creationId="{41CF6679-1FEA-E431-D731-25A07528A1AD}"/>
          </ac:spMkLst>
        </pc:spChg>
        <pc:spChg chg="mod">
          <ac:chgData name="Gustavo neres" userId="ad886bd3a62a6b1f" providerId="LiveId" clId="{67C9EFF0-A868-4A11-83A6-8C1418B64F91}" dt="2026-04-25T14:17:03.817" v="334" actId="1076"/>
          <ac:spMkLst>
            <pc:docMk/>
            <pc:sldMk cId="3519964526" sldId="301"/>
            <ac:spMk id="60" creationId="{878F5994-B54F-43B3-559A-3B8A9C291E9A}"/>
          </ac:spMkLst>
        </pc:spChg>
        <pc:spChg chg="mod">
          <ac:chgData name="Gustavo neres" userId="ad886bd3a62a6b1f" providerId="LiveId" clId="{67C9EFF0-A868-4A11-83A6-8C1418B64F91}" dt="2026-04-25T14:17:11.494" v="339"/>
          <ac:spMkLst>
            <pc:docMk/>
            <pc:sldMk cId="3519964526" sldId="301"/>
            <ac:spMk id="62" creationId="{BF961494-0408-154F-7C6B-033831C773B7}"/>
          </ac:spMkLst>
        </pc:spChg>
        <pc:spChg chg="mod">
          <ac:chgData name="Gustavo neres" userId="ad886bd3a62a6b1f" providerId="LiveId" clId="{67C9EFF0-A868-4A11-83A6-8C1418B64F91}" dt="2026-04-25T14:17:11.494" v="339"/>
          <ac:spMkLst>
            <pc:docMk/>
            <pc:sldMk cId="3519964526" sldId="301"/>
            <ac:spMk id="63" creationId="{9478917F-1230-45EF-39F2-95489A18584A}"/>
          </ac:spMkLst>
        </pc:spChg>
        <pc:spChg chg="mod">
          <ac:chgData name="Gustavo neres" userId="ad886bd3a62a6b1f" providerId="LiveId" clId="{67C9EFF0-A868-4A11-83A6-8C1418B64F91}" dt="2026-04-25T14:17:11.494" v="339"/>
          <ac:spMkLst>
            <pc:docMk/>
            <pc:sldMk cId="3519964526" sldId="301"/>
            <ac:spMk id="64" creationId="{2217325B-1B5C-9787-AF15-ED54A6DE0C7A}"/>
          </ac:spMkLst>
        </pc:spChg>
        <pc:spChg chg="mod">
          <ac:chgData name="Gustavo neres" userId="ad886bd3a62a6b1f" providerId="LiveId" clId="{67C9EFF0-A868-4A11-83A6-8C1418B64F91}" dt="2026-04-25T14:17:22.410" v="344" actId="1076"/>
          <ac:spMkLst>
            <pc:docMk/>
            <pc:sldMk cId="3519964526" sldId="301"/>
            <ac:spMk id="66" creationId="{CBB370AD-B4DE-5CC9-3FEE-EA7785225680}"/>
          </ac:spMkLst>
        </pc:spChg>
        <pc:spChg chg="mod">
          <ac:chgData name="Gustavo neres" userId="ad886bd3a62a6b1f" providerId="LiveId" clId="{67C9EFF0-A868-4A11-83A6-8C1418B64F91}" dt="2026-04-25T14:17:56.173" v="363" actId="20577"/>
          <ac:spMkLst>
            <pc:docMk/>
            <pc:sldMk cId="3519964526" sldId="301"/>
            <ac:spMk id="67" creationId="{A3A51DCE-B1E2-11F5-212C-A5CE45AB9554}"/>
          </ac:spMkLst>
        </pc:spChg>
        <pc:spChg chg="mod">
          <ac:chgData name="Gustavo neres" userId="ad886bd3a62a6b1f" providerId="LiveId" clId="{67C9EFF0-A868-4A11-83A6-8C1418B64F91}" dt="2026-04-25T14:18:57.927" v="431" actId="403"/>
          <ac:spMkLst>
            <pc:docMk/>
            <pc:sldMk cId="3519964526" sldId="301"/>
            <ac:spMk id="68" creationId="{9DF15302-F051-4593-EA64-700D7DBF8530}"/>
          </ac:spMkLst>
        </pc:spChg>
        <pc:spChg chg="mod">
          <ac:chgData name="Gustavo neres" userId="ad886bd3a62a6b1f" providerId="LiveId" clId="{67C9EFF0-A868-4A11-83A6-8C1418B64F91}" dt="2026-04-25T14:17:31.204" v="348" actId="1076"/>
          <ac:spMkLst>
            <pc:docMk/>
            <pc:sldMk cId="3519964526" sldId="301"/>
            <ac:spMk id="70" creationId="{8CEDA435-8CDD-484C-CF70-CBC4544176ED}"/>
          </ac:spMkLst>
        </pc:spChg>
        <pc:spChg chg="mod">
          <ac:chgData name="Gustavo neres" userId="ad886bd3a62a6b1f" providerId="LiveId" clId="{67C9EFF0-A868-4A11-83A6-8C1418B64F91}" dt="2026-04-25T14:18:38.544" v="417" actId="6549"/>
          <ac:spMkLst>
            <pc:docMk/>
            <pc:sldMk cId="3519964526" sldId="301"/>
            <ac:spMk id="71" creationId="{5D3F660C-D098-E4CB-3C5E-9A752E8C111E}"/>
          </ac:spMkLst>
        </pc:spChg>
        <pc:spChg chg="mod">
          <ac:chgData name="Gustavo neres" userId="ad886bd3a62a6b1f" providerId="LiveId" clId="{67C9EFF0-A868-4A11-83A6-8C1418B64F91}" dt="2026-04-25T14:18:50.407" v="425" actId="403"/>
          <ac:spMkLst>
            <pc:docMk/>
            <pc:sldMk cId="3519964526" sldId="301"/>
            <ac:spMk id="72" creationId="{BC6BEAF1-064C-AB87-82CE-10E58B050C31}"/>
          </ac:spMkLst>
        </pc:spChg>
        <pc:spChg chg="mod">
          <ac:chgData name="Gustavo neres" userId="ad886bd3a62a6b1f" providerId="LiveId" clId="{67C9EFF0-A868-4A11-83A6-8C1418B64F91}" dt="2026-04-25T14:18:20.685" v="404"/>
          <ac:spMkLst>
            <pc:docMk/>
            <pc:sldMk cId="3519964526" sldId="301"/>
            <ac:spMk id="74" creationId="{97EC97E0-E669-2F01-2154-949077A5E500}"/>
          </ac:spMkLst>
        </pc:spChg>
        <pc:spChg chg="mod">
          <ac:chgData name="Gustavo neres" userId="ad886bd3a62a6b1f" providerId="LiveId" clId="{67C9EFF0-A868-4A11-83A6-8C1418B64F91}" dt="2026-04-25T16:15:11.792" v="2037" actId="20577"/>
          <ac:spMkLst>
            <pc:docMk/>
            <pc:sldMk cId="3519964526" sldId="301"/>
            <ac:spMk id="75" creationId="{8944818C-4C0E-5A8D-43DA-8DEBB07FEC6B}"/>
          </ac:spMkLst>
        </pc:spChg>
        <pc:spChg chg="mod">
          <ac:chgData name="Gustavo neres" userId="ad886bd3a62a6b1f" providerId="LiveId" clId="{67C9EFF0-A868-4A11-83A6-8C1418B64F91}" dt="2026-04-25T14:18:52.994" v="427" actId="403"/>
          <ac:spMkLst>
            <pc:docMk/>
            <pc:sldMk cId="3519964526" sldId="301"/>
            <ac:spMk id="76" creationId="{6A43AB1A-118D-D10F-6EBE-BF8BE93C89C8}"/>
          </ac:spMkLst>
        </pc:spChg>
        <pc:spChg chg="add del">
          <ac:chgData name="Gustavo neres" userId="ad886bd3a62a6b1f" providerId="LiveId" clId="{67C9EFF0-A868-4A11-83A6-8C1418B64F91}" dt="2026-04-25T14:19:25.211" v="435" actId="478"/>
          <ac:spMkLst>
            <pc:docMk/>
            <pc:sldMk cId="3519964526" sldId="301"/>
            <ac:spMk id="77" creationId="{CD691124-A31D-CDC2-5DAB-226C48D7345C}"/>
          </ac:spMkLst>
        </pc:spChg>
        <pc:spChg chg="add mod">
          <ac:chgData name="Gustavo neres" userId="ad886bd3a62a6b1f" providerId="LiveId" clId="{67C9EFF0-A868-4A11-83A6-8C1418B64F91}" dt="2026-04-25T14:22:11.508" v="503" actId="1035"/>
          <ac:spMkLst>
            <pc:docMk/>
            <pc:sldMk cId="3519964526" sldId="301"/>
            <ac:spMk id="86" creationId="{0EF35791-D9D2-BFCA-6960-3DEB0DCCBAE4}"/>
          </ac:spMkLst>
        </pc:spChg>
        <pc:spChg chg="add mod">
          <ac:chgData name="Gustavo neres" userId="ad886bd3a62a6b1f" providerId="LiveId" clId="{67C9EFF0-A868-4A11-83A6-8C1418B64F91}" dt="2026-04-25T14:22:07.784" v="501" actId="20577"/>
          <ac:spMkLst>
            <pc:docMk/>
            <pc:sldMk cId="3519964526" sldId="301"/>
            <ac:spMk id="87" creationId="{67463493-42A2-C6CA-3653-4CCD354E94EC}"/>
          </ac:spMkLst>
        </pc:spChg>
        <pc:spChg chg="add mod">
          <ac:chgData name="Gustavo neres" userId="ad886bd3a62a6b1f" providerId="LiveId" clId="{67C9EFF0-A868-4A11-83A6-8C1418B64F91}" dt="2026-04-25T14:31:43.724" v="745"/>
          <ac:spMkLst>
            <pc:docMk/>
            <pc:sldMk cId="3519964526" sldId="301"/>
            <ac:spMk id="90" creationId="{6AD84AE6-C860-1164-F370-52BA84444E2F}"/>
          </ac:spMkLst>
        </pc:spChg>
        <pc:spChg chg="add del mod">
          <ac:chgData name="Gustavo neres" userId="ad886bd3a62a6b1f" providerId="LiveId" clId="{67C9EFF0-A868-4A11-83A6-8C1418B64F91}" dt="2026-04-25T14:58:22.313" v="1398" actId="478"/>
          <ac:spMkLst>
            <pc:docMk/>
            <pc:sldMk cId="3519964526" sldId="301"/>
            <ac:spMk id="91" creationId="{4F32A8C7-CFBF-7EA9-CC8B-341CBE6375FE}"/>
          </ac:spMkLst>
        </pc:spChg>
        <pc:grpChg chg="add mod">
          <ac:chgData name="Gustavo neres" userId="ad886bd3a62a6b1f" providerId="LiveId" clId="{67C9EFF0-A868-4A11-83A6-8C1418B64F91}" dt="2026-04-25T14:17:17.947" v="343" actId="1076"/>
          <ac:grpSpMkLst>
            <pc:docMk/>
            <pc:sldMk cId="3519964526" sldId="301"/>
            <ac:grpSpMk id="44" creationId="{5FE5EF7F-DF68-9791-B9A3-8F8A4FA8C50F}"/>
          </ac:grpSpMkLst>
        </pc:grpChg>
        <pc:grpChg chg="add mod">
          <ac:chgData name="Gustavo neres" userId="ad886bd3a62a6b1f" providerId="LiveId" clId="{67C9EFF0-A868-4A11-83A6-8C1418B64F91}" dt="2026-04-25T14:16:47.991" v="328"/>
          <ac:grpSpMkLst>
            <pc:docMk/>
            <pc:sldMk cId="3519964526" sldId="301"/>
            <ac:grpSpMk id="45" creationId="{BE3E9C37-1187-4AE9-E0FA-C690D065C942}"/>
          </ac:grpSpMkLst>
        </pc:grpChg>
        <pc:grpChg chg="add del mod">
          <ac:chgData name="Gustavo neres" userId="ad886bd3a62a6b1f" providerId="LiveId" clId="{67C9EFF0-A868-4A11-83A6-8C1418B64F91}" dt="2026-04-25T14:17:14.953" v="341" actId="478"/>
          <ac:grpSpMkLst>
            <pc:docMk/>
            <pc:sldMk cId="3519964526" sldId="301"/>
            <ac:grpSpMk id="49" creationId="{87C42106-F1C7-A630-14F1-7ACE5FD5726B}"/>
          </ac:grpSpMkLst>
        </pc:grpChg>
        <pc:grpChg chg="add del mod">
          <ac:chgData name="Gustavo neres" userId="ad886bd3a62a6b1f" providerId="LiveId" clId="{67C9EFF0-A868-4A11-83A6-8C1418B64F91}" dt="2026-04-25T14:17:25.336" v="345" actId="478"/>
          <ac:grpSpMkLst>
            <pc:docMk/>
            <pc:sldMk cId="3519964526" sldId="301"/>
            <ac:grpSpMk id="53" creationId="{0E532975-A29B-0C41-551B-E7220004A4C8}"/>
          </ac:grpSpMkLst>
        </pc:grpChg>
        <pc:grpChg chg="add del mod">
          <ac:chgData name="Gustavo neres" userId="ad886bd3a62a6b1f" providerId="LiveId" clId="{67C9EFF0-A868-4A11-83A6-8C1418B64F91}" dt="2026-04-25T14:17:25.696" v="346" actId="478"/>
          <ac:grpSpMkLst>
            <pc:docMk/>
            <pc:sldMk cId="3519964526" sldId="301"/>
            <ac:grpSpMk id="57" creationId="{177AA0DA-F217-8426-736C-55FE4C4D1146}"/>
          </ac:grpSpMkLst>
        </pc:grpChg>
        <pc:grpChg chg="add mod">
          <ac:chgData name="Gustavo neres" userId="ad886bd3a62a6b1f" providerId="LiveId" clId="{67C9EFF0-A868-4A11-83A6-8C1418B64F91}" dt="2026-04-25T14:17:11.494" v="339"/>
          <ac:grpSpMkLst>
            <pc:docMk/>
            <pc:sldMk cId="3519964526" sldId="301"/>
            <ac:grpSpMk id="61" creationId="{27300B72-0FBD-E2BC-D0C5-6EC217154269}"/>
          </ac:grpSpMkLst>
        </pc:grpChg>
        <pc:grpChg chg="add mod">
          <ac:chgData name="Gustavo neres" userId="ad886bd3a62a6b1f" providerId="LiveId" clId="{67C9EFF0-A868-4A11-83A6-8C1418B64F91}" dt="2026-04-25T14:17:22.410" v="344" actId="1076"/>
          <ac:grpSpMkLst>
            <pc:docMk/>
            <pc:sldMk cId="3519964526" sldId="301"/>
            <ac:grpSpMk id="65" creationId="{C67135C8-3C18-BCB5-9E92-D8C289C3BF42}"/>
          </ac:grpSpMkLst>
        </pc:grpChg>
        <pc:grpChg chg="add mod">
          <ac:chgData name="Gustavo neres" userId="ad886bd3a62a6b1f" providerId="LiveId" clId="{67C9EFF0-A868-4A11-83A6-8C1418B64F91}" dt="2026-04-25T14:17:31.204" v="348" actId="1076"/>
          <ac:grpSpMkLst>
            <pc:docMk/>
            <pc:sldMk cId="3519964526" sldId="301"/>
            <ac:grpSpMk id="69" creationId="{FEC03E81-FCC0-D060-5AD4-615444C2CC28}"/>
          </ac:grpSpMkLst>
        </pc:grpChg>
        <pc:grpChg chg="add mod">
          <ac:chgData name="Gustavo neres" userId="ad886bd3a62a6b1f" providerId="LiveId" clId="{67C9EFF0-A868-4A11-83A6-8C1418B64F91}" dt="2026-04-25T14:18:20.685" v="404"/>
          <ac:grpSpMkLst>
            <pc:docMk/>
            <pc:sldMk cId="3519964526" sldId="301"/>
            <ac:grpSpMk id="73" creationId="{C0A88E5D-C08B-7767-9B76-97BBE1A6A822}"/>
          </ac:grpSpMkLst>
        </pc:grpChg>
        <pc:picChg chg="add mod">
          <ac:chgData name="Gustavo neres" userId="ad886bd3a62a6b1f" providerId="LiveId" clId="{67C9EFF0-A868-4A11-83A6-8C1418B64F91}" dt="2026-04-25T13:48:02.351" v="0"/>
          <ac:picMkLst>
            <pc:docMk/>
            <pc:sldMk cId="3519964526" sldId="301"/>
            <ac:picMk id="3" creationId="{9A9F485A-D7FB-4F16-2A25-FE6C50D92EC6}"/>
          </ac:picMkLst>
        </pc:picChg>
        <pc:picChg chg="add del mod">
          <ac:chgData name="Gustavo neres" userId="ad886bd3a62a6b1f" providerId="LiveId" clId="{67C9EFF0-A868-4A11-83A6-8C1418B64F91}" dt="2026-04-25T16:22:32.562" v="2056" actId="478"/>
          <ac:picMkLst>
            <pc:docMk/>
            <pc:sldMk cId="3519964526" sldId="301"/>
            <ac:picMk id="5" creationId="{84A2D97E-787C-B3CD-2669-BCE1960792DC}"/>
          </ac:picMkLst>
        </pc:picChg>
        <pc:picChg chg="add del mod">
          <ac:chgData name="Gustavo neres" userId="ad886bd3a62a6b1f" providerId="LiveId" clId="{67C9EFF0-A868-4A11-83A6-8C1418B64F91}" dt="2026-04-25T13:53:21.123" v="17" actId="478"/>
          <ac:picMkLst>
            <pc:docMk/>
            <pc:sldMk cId="3519964526" sldId="301"/>
            <ac:picMk id="6" creationId="{A21EE45E-4400-92C6-C39A-9DDAA1D1818A}"/>
          </ac:picMkLst>
        </pc:picChg>
        <pc:picChg chg="add del mod">
          <ac:chgData name="Gustavo neres" userId="ad886bd3a62a6b1f" providerId="LiveId" clId="{67C9EFF0-A868-4A11-83A6-8C1418B64F91}" dt="2026-04-25T14:14:40.302" v="283" actId="478"/>
          <ac:picMkLst>
            <pc:docMk/>
            <pc:sldMk cId="3519964526" sldId="301"/>
            <ac:picMk id="41" creationId="{2C05409A-62EB-5A2A-2D74-D63BADA10B04}"/>
          </ac:picMkLst>
        </pc:picChg>
        <pc:picChg chg="add del mod">
          <ac:chgData name="Gustavo neres" userId="ad886bd3a62a6b1f" providerId="LiveId" clId="{67C9EFF0-A868-4A11-83A6-8C1418B64F91}" dt="2026-04-25T14:24:55.598" v="511" actId="478"/>
          <ac:picMkLst>
            <pc:docMk/>
            <pc:sldMk cId="3519964526" sldId="301"/>
            <ac:picMk id="43" creationId="{8A374A13-2296-1842-A7D3-A379ECEC7B4A}"/>
          </ac:picMkLst>
        </pc:picChg>
        <pc:picChg chg="add del mod">
          <ac:chgData name="Gustavo neres" userId="ad886bd3a62a6b1f" providerId="LiveId" clId="{67C9EFF0-A868-4A11-83A6-8C1418B64F91}" dt="2026-04-25T14:19:38.510" v="439" actId="478"/>
          <ac:picMkLst>
            <pc:docMk/>
            <pc:sldMk cId="3519964526" sldId="301"/>
            <ac:picMk id="78" creationId="{8F4B3AD7-1C69-D0FC-A615-5E41A685DC7F}"/>
          </ac:picMkLst>
        </pc:picChg>
        <pc:picChg chg="add mod">
          <ac:chgData name="Gustavo neres" userId="ad886bd3a62a6b1f" providerId="LiveId" clId="{67C9EFF0-A868-4A11-83A6-8C1418B64F91}" dt="2026-04-25T14:48:13.822" v="1111" actId="208"/>
          <ac:picMkLst>
            <pc:docMk/>
            <pc:sldMk cId="3519964526" sldId="301"/>
            <ac:picMk id="89" creationId="{F9F5D5CC-227A-2AAA-03E6-F2E4AE105F6A}"/>
          </ac:picMkLst>
        </pc:picChg>
        <pc:cxnChg chg="add del mod">
          <ac:chgData name="Gustavo neres" userId="ad886bd3a62a6b1f" providerId="LiveId" clId="{67C9EFF0-A868-4A11-83A6-8C1418B64F91}" dt="2026-04-25T14:07:17.247" v="112" actId="478"/>
          <ac:cxnSpMkLst>
            <pc:docMk/>
            <pc:sldMk cId="3519964526" sldId="301"/>
            <ac:cxnSpMk id="16" creationId="{21C19145-0D73-32C4-F680-111658095005}"/>
          </ac:cxnSpMkLst>
        </pc:cxnChg>
        <pc:cxnChg chg="add del">
          <ac:chgData name="Gustavo neres" userId="ad886bd3a62a6b1f" providerId="LiveId" clId="{67C9EFF0-A868-4A11-83A6-8C1418B64F91}" dt="2026-04-25T14:20:06.176" v="441" actId="478"/>
          <ac:cxnSpMkLst>
            <pc:docMk/>
            <pc:sldMk cId="3519964526" sldId="301"/>
            <ac:cxnSpMk id="80" creationId="{D631173A-4AC8-7829-2573-79EA4597FDC1}"/>
          </ac:cxnSpMkLst>
        </pc:cxnChg>
        <pc:cxnChg chg="add mod">
          <ac:chgData name="Gustavo neres" userId="ad886bd3a62a6b1f" providerId="LiveId" clId="{67C9EFF0-A868-4A11-83A6-8C1418B64F91}" dt="2026-04-25T14:20:35.410" v="446" actId="14100"/>
          <ac:cxnSpMkLst>
            <pc:docMk/>
            <pc:sldMk cId="3519964526" sldId="301"/>
            <ac:cxnSpMk id="82" creationId="{BDA6FC1F-B26D-22E7-B007-E3AF57D4D0FC}"/>
          </ac:cxnSpMkLst>
        </pc:cxnChg>
        <pc:cxnChg chg="add mod">
          <ac:chgData name="Gustavo neres" userId="ad886bd3a62a6b1f" providerId="LiveId" clId="{67C9EFF0-A868-4A11-83A6-8C1418B64F91}" dt="2026-04-25T14:20:45.103" v="448" actId="1076"/>
          <ac:cxnSpMkLst>
            <pc:docMk/>
            <pc:sldMk cId="3519964526" sldId="301"/>
            <ac:cxnSpMk id="85" creationId="{BF7E0D97-6815-39EA-613D-00E7A51B3686}"/>
          </ac:cxnSpMkLst>
        </pc:cxnChg>
      </pc:sldChg>
      <pc:sldChg chg="addSp delSp modSp new add del mod modTransition modClrScheme chgLayout">
        <pc:chgData name="Gustavo neres" userId="ad886bd3a62a6b1f" providerId="LiveId" clId="{67C9EFF0-A868-4A11-83A6-8C1418B64F91}" dt="2026-04-25T16:22:34.357" v="2057" actId="478"/>
        <pc:sldMkLst>
          <pc:docMk/>
          <pc:sldMk cId="88805982" sldId="302"/>
        </pc:sldMkLst>
        <pc:spChg chg="del mod">
          <ac:chgData name="Gustavo neres" userId="ad886bd3a62a6b1f" providerId="LiveId" clId="{67C9EFF0-A868-4A11-83A6-8C1418B64F91}" dt="2026-04-25T14:25:43.799" v="516" actId="478"/>
          <ac:spMkLst>
            <pc:docMk/>
            <pc:sldMk cId="88805982" sldId="302"/>
            <ac:spMk id="2" creationId="{F5375DFD-E66F-B908-80A6-3D4842DEFC10}"/>
          </ac:spMkLst>
        </pc:spChg>
        <pc:spChg chg="add del mod">
          <ac:chgData name="Gustavo neres" userId="ad886bd3a62a6b1f" providerId="LiveId" clId="{67C9EFF0-A868-4A11-83A6-8C1418B64F91}" dt="2026-04-25T14:25:59.931" v="541" actId="478"/>
          <ac:spMkLst>
            <pc:docMk/>
            <pc:sldMk cId="88805982" sldId="302"/>
            <ac:spMk id="3" creationId="{12C0CD58-6407-A7E1-0E83-7A7666901FCA}"/>
          </ac:spMkLst>
        </pc:spChg>
        <pc:spChg chg="add mod">
          <ac:chgData name="Gustavo neres" userId="ad886bd3a62a6b1f" providerId="LiveId" clId="{67C9EFF0-A868-4A11-83A6-8C1418B64F91}" dt="2026-04-25T14:25:50.460" v="538" actId="20577"/>
          <ac:spMkLst>
            <pc:docMk/>
            <pc:sldMk cId="88805982" sldId="302"/>
            <ac:spMk id="4" creationId="{775B61E2-C859-E31B-678D-789965220EDA}"/>
          </ac:spMkLst>
        </pc:spChg>
        <pc:spChg chg="add mod">
          <ac:chgData name="Gustavo neres" userId="ad886bd3a62a6b1f" providerId="LiveId" clId="{67C9EFF0-A868-4A11-83A6-8C1418B64F91}" dt="2026-04-25T14:29:22.843" v="708" actId="1076"/>
          <ac:spMkLst>
            <pc:docMk/>
            <pc:sldMk cId="88805982" sldId="302"/>
            <ac:spMk id="6" creationId="{9DEAC634-57E5-3498-53E4-53F3EDE11EBE}"/>
          </ac:spMkLst>
        </pc:spChg>
        <pc:spChg chg="add del mod">
          <ac:chgData name="Gustavo neres" userId="ad886bd3a62a6b1f" providerId="LiveId" clId="{67C9EFF0-A868-4A11-83A6-8C1418B64F91}" dt="2026-04-25T14:22:40.269" v="510" actId="26606"/>
          <ac:spMkLst>
            <pc:docMk/>
            <pc:sldMk cId="88805982" sldId="302"/>
            <ac:spMk id="8" creationId="{A8230122-6D9D-A2D4-D242-3BA4EF141B9D}"/>
          </ac:spMkLst>
        </pc:spChg>
        <pc:spChg chg="add mod">
          <ac:chgData name="Gustavo neres" userId="ad886bd3a62a6b1f" providerId="LiveId" clId="{67C9EFF0-A868-4A11-83A6-8C1418B64F91}" dt="2026-04-25T14:28:23.451" v="590"/>
          <ac:spMkLst>
            <pc:docMk/>
            <pc:sldMk cId="88805982" sldId="302"/>
            <ac:spMk id="14" creationId="{8EF831CD-616D-9212-422F-838968B893B2}"/>
          </ac:spMkLst>
        </pc:spChg>
        <pc:spChg chg="add mod">
          <ac:chgData name="Gustavo neres" userId="ad886bd3a62a6b1f" providerId="LiveId" clId="{67C9EFF0-A868-4A11-83A6-8C1418B64F91}" dt="2026-04-25T14:30:18.719" v="723" actId="208"/>
          <ac:spMkLst>
            <pc:docMk/>
            <pc:sldMk cId="88805982" sldId="302"/>
            <ac:spMk id="15" creationId="{F1661CA5-81FB-1CE4-F5BE-AE2E88F03D9D}"/>
          </ac:spMkLst>
        </pc:spChg>
        <pc:spChg chg="add mod">
          <ac:chgData name="Gustavo neres" userId="ad886bd3a62a6b1f" providerId="LiveId" clId="{67C9EFF0-A868-4A11-83A6-8C1418B64F91}" dt="2026-04-25T14:31:37.467" v="743" actId="14100"/>
          <ac:spMkLst>
            <pc:docMk/>
            <pc:sldMk cId="88805982" sldId="302"/>
            <ac:spMk id="17" creationId="{8FB82F0E-DDBD-67A1-8755-A58609326896}"/>
          </ac:spMkLst>
        </pc:spChg>
        <pc:spChg chg="add mod">
          <ac:chgData name="Gustavo neres" userId="ad886bd3a62a6b1f" providerId="LiveId" clId="{67C9EFF0-A868-4A11-83A6-8C1418B64F91}" dt="2026-04-25T14:59:28.642" v="1481" actId="1076"/>
          <ac:spMkLst>
            <pc:docMk/>
            <pc:sldMk cId="88805982" sldId="302"/>
            <ac:spMk id="18" creationId="{8731E70A-AEC7-B079-409A-8E81945373B5}"/>
          </ac:spMkLst>
        </pc:spChg>
        <pc:spChg chg="add mod">
          <ac:chgData name="Gustavo neres" userId="ad886bd3a62a6b1f" providerId="LiveId" clId="{67C9EFF0-A868-4A11-83A6-8C1418B64F91}" dt="2026-04-25T14:59:34.428" v="1483" actId="1076"/>
          <ac:spMkLst>
            <pc:docMk/>
            <pc:sldMk cId="88805982" sldId="302"/>
            <ac:spMk id="19" creationId="{A7371631-0C95-E1DC-744E-6E60F1D6C1DB}"/>
          </ac:spMkLst>
        </pc:spChg>
        <pc:graphicFrameChg chg="add del">
          <ac:chgData name="Gustavo neres" userId="ad886bd3a62a6b1f" providerId="LiveId" clId="{67C9EFF0-A868-4A11-83A6-8C1418B64F91}" dt="2026-04-25T14:22:36.794" v="508" actId="26606"/>
          <ac:graphicFrameMkLst>
            <pc:docMk/>
            <pc:sldMk cId="88805982" sldId="302"/>
            <ac:graphicFrameMk id="5" creationId="{12C0CD58-6407-A7E1-0E83-7A7666901FCA}"/>
          </ac:graphicFrameMkLst>
        </pc:graphicFrameChg>
        <pc:picChg chg="add del mod">
          <ac:chgData name="Gustavo neres" userId="ad886bd3a62a6b1f" providerId="LiveId" clId="{67C9EFF0-A868-4A11-83A6-8C1418B64F91}" dt="2026-04-25T16:22:34.357" v="2057" actId="478"/>
          <ac:picMkLst>
            <pc:docMk/>
            <pc:sldMk cId="88805982" sldId="302"/>
            <ac:picMk id="2" creationId="{2BAE486E-0561-7FE2-2DCA-30CADD7870BE}"/>
          </ac:picMkLst>
        </pc:picChg>
        <pc:picChg chg="add mod">
          <ac:chgData name="Gustavo neres" userId="ad886bd3a62a6b1f" providerId="LiveId" clId="{67C9EFF0-A868-4A11-83A6-8C1418B64F91}" dt="2026-04-25T14:48:19.473" v="1113" actId="208"/>
          <ac:picMkLst>
            <pc:docMk/>
            <pc:sldMk cId="88805982" sldId="302"/>
            <ac:picMk id="9" creationId="{9583AC24-B03A-68B8-E5A5-EEAF667B702A}"/>
          </ac:picMkLst>
        </pc:picChg>
        <pc:picChg chg="add del mod">
          <ac:chgData name="Gustavo neres" userId="ad886bd3a62a6b1f" providerId="LiveId" clId="{67C9EFF0-A868-4A11-83A6-8C1418B64F91}" dt="2026-04-25T14:27:37.014" v="572" actId="22"/>
          <ac:picMkLst>
            <pc:docMk/>
            <pc:sldMk cId="88805982" sldId="302"/>
            <ac:picMk id="11" creationId="{B2C55DFA-FF5C-473A-5083-C97D1C32861C}"/>
          </ac:picMkLst>
        </pc:picChg>
        <pc:picChg chg="add mod">
          <ac:chgData name="Gustavo neres" userId="ad886bd3a62a6b1f" providerId="LiveId" clId="{67C9EFF0-A868-4A11-83A6-8C1418B64F91}" dt="2026-04-25T14:58:47.838" v="1461" actId="1076"/>
          <ac:picMkLst>
            <pc:docMk/>
            <pc:sldMk cId="88805982" sldId="302"/>
            <ac:picMk id="13" creationId="{5E50AD5C-AF3C-D7CF-1E8E-36A1E41E4637}"/>
          </ac:picMkLst>
        </pc:picChg>
        <pc:picChg chg="add mod">
          <ac:chgData name="Gustavo neres" userId="ad886bd3a62a6b1f" providerId="LiveId" clId="{67C9EFF0-A868-4A11-83A6-8C1418B64F91}" dt="2026-04-25T14:29:30.222" v="710"/>
          <ac:picMkLst>
            <pc:docMk/>
            <pc:sldMk cId="88805982" sldId="302"/>
            <ac:picMk id="16" creationId="{94F7F724-C5C4-8F54-C237-6E4EC3D46E76}"/>
          </ac:picMkLst>
        </pc:picChg>
      </pc:sldChg>
      <pc:sldChg chg="addSp delSp modSp new mod modTransition modClrScheme chgLayout">
        <pc:chgData name="Gustavo neres" userId="ad886bd3a62a6b1f" providerId="LiveId" clId="{67C9EFF0-A868-4A11-83A6-8C1418B64F91}" dt="2026-04-25T16:22:35.952" v="2058" actId="478"/>
        <pc:sldMkLst>
          <pc:docMk/>
          <pc:sldMk cId="2499849074" sldId="303"/>
        </pc:sldMkLst>
        <pc:spChg chg="mod">
          <ac:chgData name="Gustavo neres" userId="ad886bd3a62a6b1f" providerId="LiveId" clId="{67C9EFF0-A868-4A11-83A6-8C1418B64F91}" dt="2026-04-25T14:35:34.072" v="793" actId="1076"/>
          <ac:spMkLst>
            <pc:docMk/>
            <pc:sldMk cId="2499849074" sldId="303"/>
            <ac:spMk id="2" creationId="{4443816C-4911-720C-AD94-8B9F3212AE68}"/>
          </ac:spMkLst>
        </pc:spChg>
        <pc:spChg chg="del">
          <ac:chgData name="Gustavo neres" userId="ad886bd3a62a6b1f" providerId="LiveId" clId="{67C9EFF0-A868-4A11-83A6-8C1418B64F91}" dt="2026-04-25T14:34:38.804" v="781" actId="26606"/>
          <ac:spMkLst>
            <pc:docMk/>
            <pc:sldMk cId="2499849074" sldId="303"/>
            <ac:spMk id="3" creationId="{89A1C214-EA23-D0EC-4972-582ADD0DC4C9}"/>
          </ac:spMkLst>
        </pc:spChg>
        <pc:spChg chg="add mod">
          <ac:chgData name="Gustavo neres" userId="ad886bd3a62a6b1f" providerId="LiveId" clId="{67C9EFF0-A868-4A11-83A6-8C1418B64F91}" dt="2026-04-25T14:34:49.291" v="785"/>
          <ac:spMkLst>
            <pc:docMk/>
            <pc:sldMk cId="2499849074" sldId="303"/>
            <ac:spMk id="8" creationId="{4D3DF381-0FB9-0E57-9906-52391E2B2133}"/>
          </ac:spMkLst>
        </pc:spChg>
        <pc:spChg chg="add del mod ord">
          <ac:chgData name="Gustavo neres" userId="ad886bd3a62a6b1f" providerId="LiveId" clId="{67C9EFF0-A868-4A11-83A6-8C1418B64F91}" dt="2026-04-25T14:35:52.704" v="798" actId="478"/>
          <ac:spMkLst>
            <pc:docMk/>
            <pc:sldMk cId="2499849074" sldId="303"/>
            <ac:spMk id="9" creationId="{6F9EF5A7-D11B-DF2C-39A8-D08234DA8241}"/>
          </ac:spMkLst>
        </pc:spChg>
        <pc:spChg chg="add mod">
          <ac:chgData name="Gustavo neres" userId="ad886bd3a62a6b1f" providerId="LiveId" clId="{67C9EFF0-A868-4A11-83A6-8C1418B64F91}" dt="2026-04-25T14:44:11.963" v="1059" actId="1076"/>
          <ac:spMkLst>
            <pc:docMk/>
            <pc:sldMk cId="2499849074" sldId="303"/>
            <ac:spMk id="11" creationId="{0D2BD6BD-BD4F-3EAC-4DA0-433A9FE947BF}"/>
          </ac:spMkLst>
        </pc:spChg>
        <pc:spChg chg="add mod">
          <ac:chgData name="Gustavo neres" userId="ad886bd3a62a6b1f" providerId="LiveId" clId="{67C9EFF0-A868-4A11-83A6-8C1418B64F91}" dt="2026-04-25T14:39:19.613" v="904" actId="1076"/>
          <ac:spMkLst>
            <pc:docMk/>
            <pc:sldMk cId="2499849074" sldId="303"/>
            <ac:spMk id="15" creationId="{F723BDD1-7E54-9DAA-3135-16A0B677E031}"/>
          </ac:spMkLst>
        </pc:spChg>
        <pc:spChg chg="add mod">
          <ac:chgData name="Gustavo neres" userId="ad886bd3a62a6b1f" providerId="LiveId" clId="{67C9EFF0-A868-4A11-83A6-8C1418B64F91}" dt="2026-04-25T14:39:39.563" v="930" actId="27636"/>
          <ac:spMkLst>
            <pc:docMk/>
            <pc:sldMk cId="2499849074" sldId="303"/>
            <ac:spMk id="16" creationId="{E95BE9A7-4BA1-FECA-3881-3200D5FEE812}"/>
          </ac:spMkLst>
        </pc:spChg>
        <pc:spChg chg="mod">
          <ac:chgData name="Gustavo neres" userId="ad886bd3a62a6b1f" providerId="LiveId" clId="{67C9EFF0-A868-4A11-83A6-8C1418B64F91}" dt="2026-04-25T14:47:39.637" v="1104"/>
          <ac:spMkLst>
            <pc:docMk/>
            <pc:sldMk cId="2499849074" sldId="303"/>
            <ac:spMk id="18" creationId="{F6CCBC72-FD37-2CF5-4C2B-A3DF558A0635}"/>
          </ac:spMkLst>
        </pc:spChg>
        <pc:spChg chg="mod">
          <ac:chgData name="Gustavo neres" userId="ad886bd3a62a6b1f" providerId="LiveId" clId="{67C9EFF0-A868-4A11-83A6-8C1418B64F91}" dt="2026-04-25T14:47:39.637" v="1104"/>
          <ac:spMkLst>
            <pc:docMk/>
            <pc:sldMk cId="2499849074" sldId="303"/>
            <ac:spMk id="19" creationId="{87CF5B30-465D-799B-2DEE-96AF28098880}"/>
          </ac:spMkLst>
        </pc:spChg>
        <pc:spChg chg="mod">
          <ac:chgData name="Gustavo neres" userId="ad886bd3a62a6b1f" providerId="LiveId" clId="{67C9EFF0-A868-4A11-83A6-8C1418B64F91}" dt="2026-04-25T14:47:39.637" v="1104"/>
          <ac:spMkLst>
            <pc:docMk/>
            <pc:sldMk cId="2499849074" sldId="303"/>
            <ac:spMk id="20" creationId="{1C264F7F-7532-781A-39A5-DCBE2D7AF5F4}"/>
          </ac:spMkLst>
        </pc:spChg>
        <pc:grpChg chg="add del mod">
          <ac:chgData name="Gustavo neres" userId="ad886bd3a62a6b1f" providerId="LiveId" clId="{67C9EFF0-A868-4A11-83A6-8C1418B64F91}" dt="2026-04-25T14:49:06.277" v="1127" actId="21"/>
          <ac:grpSpMkLst>
            <pc:docMk/>
            <pc:sldMk cId="2499849074" sldId="303"/>
            <ac:grpSpMk id="17" creationId="{9D9848FE-B1CE-2595-E6AF-10EFBABEEE20}"/>
          </ac:grpSpMkLst>
        </pc:grpChg>
        <pc:picChg chg="add del mod">
          <ac:chgData name="Gustavo neres" userId="ad886bd3a62a6b1f" providerId="LiveId" clId="{67C9EFF0-A868-4A11-83A6-8C1418B64F91}" dt="2026-04-25T16:22:35.952" v="2058" actId="478"/>
          <ac:picMkLst>
            <pc:docMk/>
            <pc:sldMk cId="2499849074" sldId="303"/>
            <ac:picMk id="3" creationId="{55FC5564-8327-C152-1CA1-D293014F7AD2}"/>
          </ac:picMkLst>
        </pc:picChg>
        <pc:picChg chg="add mod">
          <ac:chgData name="Gustavo neres" userId="ad886bd3a62a6b1f" providerId="LiveId" clId="{67C9EFF0-A868-4A11-83A6-8C1418B64F91}" dt="2026-04-25T14:32:46.657" v="777"/>
          <ac:picMkLst>
            <pc:docMk/>
            <pc:sldMk cId="2499849074" sldId="303"/>
            <ac:picMk id="4" creationId="{43764403-7C74-CED0-290B-62783E7246B4}"/>
          </ac:picMkLst>
        </pc:picChg>
        <pc:picChg chg="add del mod">
          <ac:chgData name="Gustavo neres" userId="ad886bd3a62a6b1f" providerId="LiveId" clId="{67C9EFF0-A868-4A11-83A6-8C1418B64F91}" dt="2026-04-25T14:37:13.677" v="803" actId="478"/>
          <ac:picMkLst>
            <pc:docMk/>
            <pc:sldMk cId="2499849074" sldId="303"/>
            <ac:picMk id="6" creationId="{41F4BE67-6F31-FE1F-E91D-A6DEB8CE5687}"/>
          </ac:picMkLst>
        </pc:picChg>
        <pc:picChg chg="add mod">
          <ac:chgData name="Gustavo neres" userId="ad886bd3a62a6b1f" providerId="LiveId" clId="{67C9EFF0-A868-4A11-83A6-8C1418B64F91}" dt="2026-04-25T14:35:46.421" v="796" actId="14100"/>
          <ac:picMkLst>
            <pc:docMk/>
            <pc:sldMk cId="2499849074" sldId="303"/>
            <ac:picMk id="7" creationId="{7DA6BDFB-8EDC-2200-85F5-BFB4E009A87F}"/>
          </ac:picMkLst>
        </pc:picChg>
        <pc:picChg chg="add mod">
          <ac:chgData name="Gustavo neres" userId="ad886bd3a62a6b1f" providerId="LiveId" clId="{67C9EFF0-A868-4A11-83A6-8C1418B64F91}" dt="2026-04-25T14:44:20.677" v="1062" actId="12788"/>
          <ac:picMkLst>
            <pc:docMk/>
            <pc:sldMk cId="2499849074" sldId="303"/>
            <ac:picMk id="12" creationId="{B7546428-AE94-8E4F-F822-4F1B8DC6D3EC}"/>
          </ac:picMkLst>
        </pc:picChg>
        <pc:picChg chg="add mod">
          <ac:chgData name="Gustavo neres" userId="ad886bd3a62a6b1f" providerId="LiveId" clId="{67C9EFF0-A868-4A11-83A6-8C1418B64F91}" dt="2026-04-25T14:44:20.677" v="1062" actId="12788"/>
          <ac:picMkLst>
            <pc:docMk/>
            <pc:sldMk cId="2499849074" sldId="303"/>
            <ac:picMk id="14" creationId="{9C489728-5C6A-1893-879D-D78BE4190CF5}"/>
          </ac:picMkLst>
        </pc:picChg>
      </pc:sldChg>
      <pc:sldChg chg="addSp delSp modSp new mod ord modTransition modClrScheme chgLayout">
        <pc:chgData name="Gustavo neres" userId="ad886bd3a62a6b1f" providerId="LiveId" clId="{67C9EFF0-A868-4A11-83A6-8C1418B64F91}" dt="2026-04-25T16:22:39.047" v="2059" actId="478"/>
        <pc:sldMkLst>
          <pc:docMk/>
          <pc:sldMk cId="423141986" sldId="304"/>
        </pc:sldMkLst>
        <pc:spChg chg="mod">
          <ac:chgData name="Gustavo neres" userId="ad886bd3a62a6b1f" providerId="LiveId" clId="{67C9EFF0-A868-4A11-83A6-8C1418B64F91}" dt="2026-04-25T14:50:15.227" v="1157" actId="1076"/>
          <ac:spMkLst>
            <pc:docMk/>
            <pc:sldMk cId="423141986" sldId="304"/>
            <ac:spMk id="2" creationId="{9E7C720A-5293-6A3D-3CFC-2419A9294F64}"/>
          </ac:spMkLst>
        </pc:spChg>
        <pc:spChg chg="mod">
          <ac:chgData name="Gustavo neres" userId="ad886bd3a62a6b1f" providerId="LiveId" clId="{67C9EFF0-A868-4A11-83A6-8C1418B64F91}" dt="2026-04-25T14:50:23.343" v="1159" actId="1076"/>
          <ac:spMkLst>
            <pc:docMk/>
            <pc:sldMk cId="423141986" sldId="304"/>
            <ac:spMk id="3" creationId="{7A4F2819-C7E6-063E-6A94-C838CE1244D5}"/>
          </ac:spMkLst>
        </pc:spChg>
        <pc:spChg chg="mod">
          <ac:chgData name="Gustavo neres" userId="ad886bd3a62a6b1f" providerId="LiveId" clId="{67C9EFF0-A868-4A11-83A6-8C1418B64F91}" dt="2026-04-25T14:46:54.326" v="1079"/>
          <ac:spMkLst>
            <pc:docMk/>
            <pc:sldMk cId="423141986" sldId="304"/>
            <ac:spMk id="7" creationId="{F6CCBC72-FD37-2CF5-4C2B-A3DF558A0635}"/>
          </ac:spMkLst>
        </pc:spChg>
        <pc:spChg chg="mod">
          <ac:chgData name="Gustavo neres" userId="ad886bd3a62a6b1f" providerId="LiveId" clId="{67C9EFF0-A868-4A11-83A6-8C1418B64F91}" dt="2026-04-25T14:47:03.978" v="1096" actId="6549"/>
          <ac:spMkLst>
            <pc:docMk/>
            <pc:sldMk cId="423141986" sldId="304"/>
            <ac:spMk id="8" creationId="{87CF5B30-465D-799B-2DEE-96AF28098880}"/>
          </ac:spMkLst>
        </pc:spChg>
        <pc:spChg chg="mod">
          <ac:chgData name="Gustavo neres" userId="ad886bd3a62a6b1f" providerId="LiveId" clId="{67C9EFF0-A868-4A11-83A6-8C1418B64F91}" dt="2026-04-25T14:47:29.383" v="1100" actId="20577"/>
          <ac:spMkLst>
            <pc:docMk/>
            <pc:sldMk cId="423141986" sldId="304"/>
            <ac:spMk id="9" creationId="{1C264F7F-7532-781A-39A5-DCBE2D7AF5F4}"/>
          </ac:spMkLst>
        </pc:spChg>
        <pc:spChg chg="add mod ord">
          <ac:chgData name="Gustavo neres" userId="ad886bd3a62a6b1f" providerId="LiveId" clId="{67C9EFF0-A868-4A11-83A6-8C1418B64F91}" dt="2026-04-25T14:49:40.502" v="1145" actId="167"/>
          <ac:spMkLst>
            <pc:docMk/>
            <pc:sldMk cId="423141986" sldId="304"/>
            <ac:spMk id="10" creationId="{488CDC6E-2557-AD4E-81E8-5071E80AE1C8}"/>
          </ac:spMkLst>
        </pc:spChg>
        <pc:spChg chg="add mod">
          <ac:chgData name="Gustavo neres" userId="ad886bd3a62a6b1f" providerId="LiveId" clId="{67C9EFF0-A868-4A11-83A6-8C1418B64F91}" dt="2026-04-25T14:49:56.368" v="1152"/>
          <ac:spMkLst>
            <pc:docMk/>
            <pc:sldMk cId="423141986" sldId="304"/>
            <ac:spMk id="12" creationId="{C0026903-CD84-BDEF-EA59-0C420AC583DD}"/>
          </ac:spMkLst>
        </pc:spChg>
        <pc:spChg chg="add mod">
          <ac:chgData name="Gustavo neres" userId="ad886bd3a62a6b1f" providerId="LiveId" clId="{67C9EFF0-A868-4A11-83A6-8C1418B64F91}" dt="2026-04-25T14:50:07.080" v="1156" actId="14100"/>
          <ac:spMkLst>
            <pc:docMk/>
            <pc:sldMk cId="423141986" sldId="304"/>
            <ac:spMk id="13" creationId="{794095E3-6996-13F6-3E44-6DBB7A7DC29C}"/>
          </ac:spMkLst>
        </pc:spChg>
        <pc:spChg chg="add mod">
          <ac:chgData name="Gustavo neres" userId="ad886bd3a62a6b1f" providerId="LiveId" clId="{67C9EFF0-A868-4A11-83A6-8C1418B64F91}" dt="2026-04-25T15:00:03.514" v="1511" actId="1076"/>
          <ac:spMkLst>
            <pc:docMk/>
            <pc:sldMk cId="423141986" sldId="304"/>
            <ac:spMk id="14" creationId="{D9C53C27-6D68-D77B-BF5A-1EF3FAE9FEA6}"/>
          </ac:spMkLst>
        </pc:spChg>
        <pc:spChg chg="mod">
          <ac:chgData name="Gustavo neres" userId="ad886bd3a62a6b1f" providerId="LiveId" clId="{67C9EFF0-A868-4A11-83A6-8C1418B64F91}" dt="2026-04-25T15:00:12.774" v="1512" actId="1076"/>
          <ac:spMkLst>
            <pc:docMk/>
            <pc:sldMk cId="423141986" sldId="304"/>
            <ac:spMk id="18" creationId="{F6CCBC72-FD37-2CF5-4C2B-A3DF558A0635}"/>
          </ac:spMkLst>
        </pc:spChg>
        <pc:spChg chg="mod">
          <ac:chgData name="Gustavo neres" userId="ad886bd3a62a6b1f" providerId="LiveId" clId="{67C9EFF0-A868-4A11-83A6-8C1418B64F91}" dt="2026-04-25T15:00:12.774" v="1512" actId="1076"/>
          <ac:spMkLst>
            <pc:docMk/>
            <pc:sldMk cId="423141986" sldId="304"/>
            <ac:spMk id="19" creationId="{87CF5B30-465D-799B-2DEE-96AF28098880}"/>
          </ac:spMkLst>
        </pc:spChg>
        <pc:spChg chg="mod">
          <ac:chgData name="Gustavo neres" userId="ad886bd3a62a6b1f" providerId="LiveId" clId="{67C9EFF0-A868-4A11-83A6-8C1418B64F91}" dt="2026-04-25T15:00:12.774" v="1512" actId="1076"/>
          <ac:spMkLst>
            <pc:docMk/>
            <pc:sldMk cId="423141986" sldId="304"/>
            <ac:spMk id="20" creationId="{1C264F7F-7532-781A-39A5-DCBE2D7AF5F4}"/>
          </ac:spMkLst>
        </pc:spChg>
        <pc:grpChg chg="add del mod">
          <ac:chgData name="Gustavo neres" userId="ad886bd3a62a6b1f" providerId="LiveId" clId="{67C9EFF0-A868-4A11-83A6-8C1418B64F91}" dt="2026-04-25T14:47:37.814" v="1103" actId="21"/>
          <ac:grpSpMkLst>
            <pc:docMk/>
            <pc:sldMk cId="423141986" sldId="304"/>
            <ac:grpSpMk id="6" creationId="{9D9848FE-B1CE-2595-E6AF-10EFBABEEE20}"/>
          </ac:grpSpMkLst>
        </pc:grpChg>
        <pc:grpChg chg="add mod">
          <ac:chgData name="Gustavo neres" userId="ad886bd3a62a6b1f" providerId="LiveId" clId="{67C9EFF0-A868-4A11-83A6-8C1418B64F91}" dt="2026-04-25T15:00:12.774" v="1512" actId="1076"/>
          <ac:grpSpMkLst>
            <pc:docMk/>
            <pc:sldMk cId="423141986" sldId="304"/>
            <ac:grpSpMk id="17" creationId="{9D9848FE-B1CE-2595-E6AF-10EFBABEEE20}"/>
          </ac:grpSpMkLst>
        </pc:grpChg>
        <pc:picChg chg="add del mod">
          <ac:chgData name="Gustavo neres" userId="ad886bd3a62a6b1f" providerId="LiveId" clId="{67C9EFF0-A868-4A11-83A6-8C1418B64F91}" dt="2026-04-25T16:22:39.047" v="2059" actId="478"/>
          <ac:picMkLst>
            <pc:docMk/>
            <pc:sldMk cId="423141986" sldId="304"/>
            <ac:picMk id="4" creationId="{84E9B743-8FE1-B443-D8C4-B2F08C70DA12}"/>
          </ac:picMkLst>
        </pc:picChg>
        <pc:picChg chg="add mod">
          <ac:chgData name="Gustavo neres" userId="ad886bd3a62a6b1f" providerId="LiveId" clId="{67C9EFF0-A868-4A11-83A6-8C1418B64F91}" dt="2026-04-25T15:00:01.463" v="1510" actId="1076"/>
          <ac:picMkLst>
            <pc:docMk/>
            <pc:sldMk cId="423141986" sldId="304"/>
            <ac:picMk id="5" creationId="{2902DFE8-4FD3-E943-E1F9-EA08F03492E5}"/>
          </ac:picMkLst>
        </pc:picChg>
        <pc:picChg chg="add mod">
          <ac:chgData name="Gustavo neres" userId="ad886bd3a62a6b1f" providerId="LiveId" clId="{67C9EFF0-A868-4A11-83A6-8C1418B64F91}" dt="2026-04-25T14:49:56.368" v="1152"/>
          <ac:picMkLst>
            <pc:docMk/>
            <pc:sldMk cId="423141986" sldId="304"/>
            <ac:picMk id="11" creationId="{646F8BCE-1338-C0D1-87F7-86BA0E6D54CE}"/>
          </ac:picMkLst>
        </pc:picChg>
      </pc:sldChg>
      <pc:sldChg chg="addSp delSp modSp new del mod">
        <pc:chgData name="Gustavo neres" userId="ad886bd3a62a6b1f" providerId="LiveId" clId="{67C9EFF0-A868-4A11-83A6-8C1418B64F91}" dt="2026-04-25T14:45:17.693" v="1067" actId="47"/>
        <pc:sldMkLst>
          <pc:docMk/>
          <pc:sldMk cId="1536859457" sldId="304"/>
        </pc:sldMkLst>
        <pc:spChg chg="mod">
          <ac:chgData name="Gustavo neres" userId="ad886bd3a62a6b1f" providerId="LiveId" clId="{67C9EFF0-A868-4A11-83A6-8C1418B64F91}" dt="2026-04-25T14:45:15.512" v="1066" actId="26606"/>
          <ac:spMkLst>
            <pc:docMk/>
            <pc:sldMk cId="1536859457" sldId="304"/>
            <ac:spMk id="2" creationId="{0AACC4C6-12B1-9EF9-DA3B-FA4112AA18A4}"/>
          </ac:spMkLst>
        </pc:spChg>
        <pc:spChg chg="add del">
          <ac:chgData name="Gustavo neres" userId="ad886bd3a62a6b1f" providerId="LiveId" clId="{67C9EFF0-A868-4A11-83A6-8C1418B64F91}" dt="2026-04-25T14:45:15.512" v="1066" actId="26606"/>
          <ac:spMkLst>
            <pc:docMk/>
            <pc:sldMk cId="1536859457" sldId="304"/>
            <ac:spMk id="3" creationId="{3958ECDF-CC96-BE42-121F-268A42658950}"/>
          </ac:spMkLst>
        </pc:spChg>
        <pc:spChg chg="add del">
          <ac:chgData name="Gustavo neres" userId="ad886bd3a62a6b1f" providerId="LiveId" clId="{67C9EFF0-A868-4A11-83A6-8C1418B64F91}" dt="2026-04-25T14:45:15.512" v="1066" actId="26606"/>
          <ac:spMkLst>
            <pc:docMk/>
            <pc:sldMk cId="1536859457" sldId="304"/>
            <ac:spMk id="4" creationId="{81302949-15BA-BA96-73B3-C78023B86300}"/>
          </ac:spMkLst>
        </pc:spChg>
        <pc:spChg chg="add del">
          <ac:chgData name="Gustavo neres" userId="ad886bd3a62a6b1f" providerId="LiveId" clId="{67C9EFF0-A868-4A11-83A6-8C1418B64F91}" dt="2026-04-25T14:45:15.512" v="1066" actId="26606"/>
          <ac:spMkLst>
            <pc:docMk/>
            <pc:sldMk cId="1536859457" sldId="304"/>
            <ac:spMk id="11" creationId="{2E0CF519-E6C7-0440-5074-6D2F0A72D313}"/>
          </ac:spMkLst>
        </pc:spChg>
        <pc:graphicFrameChg chg="add del">
          <ac:chgData name="Gustavo neres" userId="ad886bd3a62a6b1f" providerId="LiveId" clId="{67C9EFF0-A868-4A11-83A6-8C1418B64F91}" dt="2026-04-25T14:45:15.512" v="1066" actId="26606"/>
          <ac:graphicFrameMkLst>
            <pc:docMk/>
            <pc:sldMk cId="1536859457" sldId="304"/>
            <ac:graphicFrameMk id="6" creationId="{3958ECDF-CC96-BE42-121F-268A42658950}"/>
          </ac:graphicFrameMkLst>
        </pc:graphicFrameChg>
      </pc:sldChg>
      <pc:sldChg chg="add del">
        <pc:chgData name="Gustavo neres" userId="ad886bd3a62a6b1f" providerId="LiveId" clId="{67C9EFF0-A868-4A11-83A6-8C1418B64F91}" dt="2026-04-25T14:45:06.017" v="1063" actId="47"/>
        <pc:sldMkLst>
          <pc:docMk/>
          <pc:sldMk cId="4039818468" sldId="304"/>
        </pc:sldMkLst>
      </pc:sldChg>
      <pc:sldChg chg="addSp delSp modSp new del mod modClrScheme chgLayout">
        <pc:chgData name="Gustavo neres" userId="ad886bd3a62a6b1f" providerId="LiveId" clId="{67C9EFF0-A868-4A11-83A6-8C1418B64F91}" dt="2026-04-25T15:00:16.888" v="1513" actId="47"/>
        <pc:sldMkLst>
          <pc:docMk/>
          <pc:sldMk cId="3598405162" sldId="305"/>
        </pc:sldMkLst>
        <pc:spChg chg="mod">
          <ac:chgData name="Gustavo neres" userId="ad886bd3a62a6b1f" providerId="LiveId" clId="{67C9EFF0-A868-4A11-83A6-8C1418B64F91}" dt="2026-04-25T14:55:22.670" v="1264" actId="21"/>
          <ac:spMkLst>
            <pc:docMk/>
            <pc:sldMk cId="3598405162" sldId="305"/>
            <ac:spMk id="2" creationId="{230B43AE-86A9-3DA8-D088-BA6D9BCF9090}"/>
          </ac:spMkLst>
        </pc:spChg>
        <pc:spChg chg="del mod">
          <ac:chgData name="Gustavo neres" userId="ad886bd3a62a6b1f" providerId="LiveId" clId="{67C9EFF0-A868-4A11-83A6-8C1418B64F91}" dt="2026-04-25T14:50:49.429" v="1163" actId="26606"/>
          <ac:spMkLst>
            <pc:docMk/>
            <pc:sldMk cId="3598405162" sldId="305"/>
            <ac:spMk id="3" creationId="{8FA56C3B-3747-5745-7826-93714D24CC99}"/>
          </ac:spMkLst>
        </pc:spChg>
        <pc:spChg chg="del">
          <ac:chgData name="Gustavo neres" userId="ad886bd3a62a6b1f" providerId="LiveId" clId="{67C9EFF0-A868-4A11-83A6-8C1418B64F91}" dt="2026-04-25T14:50:44.513" v="1161" actId="478"/>
          <ac:spMkLst>
            <pc:docMk/>
            <pc:sldMk cId="3598405162" sldId="305"/>
            <ac:spMk id="4" creationId="{85B6FD73-CE66-D14A-F261-524612130D82}"/>
          </ac:spMkLst>
        </pc:spChg>
        <pc:graphicFrameChg chg="add mod modGraphic">
          <ac:chgData name="Gustavo neres" userId="ad886bd3a62a6b1f" providerId="LiveId" clId="{67C9EFF0-A868-4A11-83A6-8C1418B64F91}" dt="2026-04-25T14:54:10.547" v="1248" actId="1076"/>
          <ac:graphicFrameMkLst>
            <pc:docMk/>
            <pc:sldMk cId="3598405162" sldId="305"/>
            <ac:graphicFrameMk id="5" creationId="{8FA56C3B-3747-5745-7826-93714D24CC99}"/>
          </ac:graphicFrameMkLst>
        </pc:graphicFrameChg>
        <pc:picChg chg="add mod">
          <ac:chgData name="Gustavo neres" userId="ad886bd3a62a6b1f" providerId="LiveId" clId="{67C9EFF0-A868-4A11-83A6-8C1418B64F91}" dt="2026-04-25T14:54:59.666" v="1255" actId="1076"/>
          <ac:picMkLst>
            <pc:docMk/>
            <pc:sldMk cId="3598405162" sldId="305"/>
            <ac:picMk id="7" creationId="{931B4321-B886-C1B8-ADB7-6D331C4DBF45}"/>
          </ac:picMkLst>
        </pc:picChg>
      </pc:sldChg>
      <pc:sldChg chg="addSp delSp modSp new mod ord modTransition">
        <pc:chgData name="Gustavo neres" userId="ad886bd3a62a6b1f" providerId="LiveId" clId="{67C9EFF0-A868-4A11-83A6-8C1418B64F91}" dt="2026-04-25T17:15:44.502" v="2085" actId="20577"/>
        <pc:sldMkLst>
          <pc:docMk/>
          <pc:sldMk cId="2458727972" sldId="306"/>
        </pc:sldMkLst>
        <pc:spChg chg="del">
          <ac:chgData name="Gustavo neres" userId="ad886bd3a62a6b1f" providerId="LiveId" clId="{67C9EFF0-A868-4A11-83A6-8C1418B64F91}" dt="2026-04-25T14:55:19.322" v="1262" actId="478"/>
          <ac:spMkLst>
            <pc:docMk/>
            <pc:sldMk cId="2458727972" sldId="306"/>
            <ac:spMk id="2" creationId="{6E624265-612D-A74C-87F6-50FCCFB50613}"/>
          </ac:spMkLst>
        </pc:spChg>
        <pc:spChg chg="del">
          <ac:chgData name="Gustavo neres" userId="ad886bd3a62a6b1f" providerId="LiveId" clId="{67C9EFF0-A868-4A11-83A6-8C1418B64F91}" dt="2026-04-25T14:55:31.553" v="1269" actId="478"/>
          <ac:spMkLst>
            <pc:docMk/>
            <pc:sldMk cId="2458727972" sldId="306"/>
            <ac:spMk id="3" creationId="{00722D9C-B6C2-930D-1174-94B7D84D9E9A}"/>
          </ac:spMkLst>
        </pc:spChg>
        <pc:spChg chg="del">
          <ac:chgData name="Gustavo neres" userId="ad886bd3a62a6b1f" providerId="LiveId" clId="{67C9EFF0-A868-4A11-83A6-8C1418B64F91}" dt="2026-04-25T14:55:18.839" v="1261" actId="478"/>
          <ac:spMkLst>
            <pc:docMk/>
            <pc:sldMk cId="2458727972" sldId="306"/>
            <ac:spMk id="4" creationId="{314D829C-E2EE-345B-3498-823C4EC0F7BF}"/>
          </ac:spMkLst>
        </pc:spChg>
        <pc:spChg chg="add mod">
          <ac:chgData name="Gustavo neres" userId="ad886bd3a62a6b1f" providerId="LiveId" clId="{67C9EFF0-A868-4A11-83A6-8C1418B64F91}" dt="2026-04-25T14:55:17.161" v="1260"/>
          <ac:spMkLst>
            <pc:docMk/>
            <pc:sldMk cId="2458727972" sldId="306"/>
            <ac:spMk id="5" creationId="{FBADBD3C-4C77-65BB-A171-25AC4B66F170}"/>
          </ac:spMkLst>
        </pc:spChg>
        <pc:spChg chg="add mod">
          <ac:chgData name="Gustavo neres" userId="ad886bd3a62a6b1f" providerId="LiveId" clId="{67C9EFF0-A868-4A11-83A6-8C1418B64F91}" dt="2026-04-25T14:55:17.161" v="1260"/>
          <ac:spMkLst>
            <pc:docMk/>
            <pc:sldMk cId="2458727972" sldId="306"/>
            <ac:spMk id="6" creationId="{DFC1A6FF-0F35-934A-8F0A-67707182149E}"/>
          </ac:spMkLst>
        </pc:spChg>
        <pc:spChg chg="add mod">
          <ac:chgData name="Gustavo neres" userId="ad886bd3a62a6b1f" providerId="LiveId" clId="{67C9EFF0-A868-4A11-83A6-8C1418B64F91}" dt="2026-04-25T14:55:25.892" v="1267" actId="14100"/>
          <ac:spMkLst>
            <pc:docMk/>
            <pc:sldMk cId="2458727972" sldId="306"/>
            <ac:spMk id="7" creationId="{B0F592DD-26BD-8FA6-C11F-BE8516588898}"/>
          </ac:spMkLst>
        </pc:spChg>
        <pc:spChg chg="add mod">
          <ac:chgData name="Gustavo neres" userId="ad886bd3a62a6b1f" providerId="LiveId" clId="{67C9EFF0-A868-4A11-83A6-8C1418B64F91}" dt="2026-04-25T17:15:44.502" v="2085" actId="20577"/>
          <ac:spMkLst>
            <pc:docMk/>
            <pc:sldMk cId="2458727972" sldId="306"/>
            <ac:spMk id="8" creationId="{71ACE55A-9A46-48AE-B8D5-4DE8CEC7E0D2}"/>
          </ac:spMkLst>
        </pc:spChg>
        <pc:spChg chg="add del mod">
          <ac:chgData name="Gustavo neres" userId="ad886bd3a62a6b1f" providerId="LiveId" clId="{67C9EFF0-A868-4A11-83A6-8C1418B64F91}" dt="2026-04-25T14:57:13.268" v="1314" actId="478"/>
          <ac:spMkLst>
            <pc:docMk/>
            <pc:sldMk cId="2458727972" sldId="306"/>
            <ac:spMk id="13" creationId="{0E01B453-FE31-C34F-76D9-607F57B4F5C4}"/>
          </ac:spMkLst>
        </pc:spChg>
        <pc:spChg chg="add mod">
          <ac:chgData name="Gustavo neres" userId="ad886bd3a62a6b1f" providerId="LiveId" clId="{67C9EFF0-A868-4A11-83A6-8C1418B64F91}" dt="2026-04-25T14:58:01.650" v="1376" actId="1076"/>
          <ac:spMkLst>
            <pc:docMk/>
            <pc:sldMk cId="2458727972" sldId="306"/>
            <ac:spMk id="14" creationId="{22FB9411-B510-F6BF-18C3-50E6D25B8D13}"/>
          </ac:spMkLst>
        </pc:spChg>
        <pc:spChg chg="add mod">
          <ac:chgData name="Gustavo neres" userId="ad886bd3a62a6b1f" providerId="LiveId" clId="{67C9EFF0-A868-4A11-83A6-8C1418B64F91}" dt="2026-04-25T15:00:22.123" v="1514"/>
          <ac:spMkLst>
            <pc:docMk/>
            <pc:sldMk cId="2458727972" sldId="306"/>
            <ac:spMk id="16" creationId="{EE30D32D-A014-585B-EA38-0CB5BC11C0B6}"/>
          </ac:spMkLst>
        </pc:spChg>
        <pc:graphicFrameChg chg="add del mod modGraphic">
          <ac:chgData name="Gustavo neres" userId="ad886bd3a62a6b1f" providerId="LiveId" clId="{67C9EFF0-A868-4A11-83A6-8C1418B64F91}" dt="2026-04-25T14:57:20.124" v="1316" actId="1076"/>
          <ac:graphicFrameMkLst>
            <pc:docMk/>
            <pc:sldMk cId="2458727972" sldId="306"/>
            <ac:graphicFrameMk id="11" creationId="{154AD65D-9C22-C05E-D7C0-3D7AE7373C40}"/>
          </ac:graphicFrameMkLst>
        </pc:graphicFrameChg>
        <pc:picChg chg="add del mod">
          <ac:chgData name="Gustavo neres" userId="ad886bd3a62a6b1f" providerId="LiveId" clId="{67C9EFF0-A868-4A11-83A6-8C1418B64F91}" dt="2026-04-25T16:22:41.840" v="2061" actId="478"/>
          <ac:picMkLst>
            <pc:docMk/>
            <pc:sldMk cId="2458727972" sldId="306"/>
            <ac:picMk id="2" creationId="{B5E4CF11-E26A-4DEF-A01C-927BAD3405CD}"/>
          </ac:picMkLst>
        </pc:picChg>
        <pc:picChg chg="add mod">
          <ac:chgData name="Gustavo neres" userId="ad886bd3a62a6b1f" providerId="LiveId" clId="{67C9EFF0-A868-4A11-83A6-8C1418B64F91}" dt="2026-04-25T14:57:22.423" v="1317" actId="1076"/>
          <ac:picMkLst>
            <pc:docMk/>
            <pc:sldMk cId="2458727972" sldId="306"/>
            <ac:picMk id="9" creationId="{D86B00AB-0ABB-4893-0FB7-27EE7B9C3EC6}"/>
          </ac:picMkLst>
        </pc:picChg>
        <pc:picChg chg="add del mod">
          <ac:chgData name="Gustavo neres" userId="ad886bd3a62a6b1f" providerId="LiveId" clId="{67C9EFF0-A868-4A11-83A6-8C1418B64F91}" dt="2026-04-25T14:55:45.718" v="1275" actId="478"/>
          <ac:picMkLst>
            <pc:docMk/>
            <pc:sldMk cId="2458727972" sldId="306"/>
            <ac:picMk id="10" creationId="{D12ECF42-BC63-5BC5-5AA2-1AE20B5A28A7}"/>
          </ac:picMkLst>
        </pc:picChg>
        <pc:picChg chg="add mod">
          <ac:chgData name="Gustavo neres" userId="ad886bd3a62a6b1f" providerId="LiveId" clId="{67C9EFF0-A868-4A11-83A6-8C1418B64F91}" dt="2026-04-25T15:00:22.123" v="1514"/>
          <ac:picMkLst>
            <pc:docMk/>
            <pc:sldMk cId="2458727972" sldId="306"/>
            <ac:picMk id="15" creationId="{7F914321-4AE4-749D-433B-085C00F36D59}"/>
          </ac:picMkLst>
        </pc:picChg>
      </pc:sldChg>
      <pc:sldChg chg="addSp delSp modSp new mod modTransition">
        <pc:chgData name="Gustavo neres" userId="ad886bd3a62a6b1f" providerId="LiveId" clId="{67C9EFF0-A868-4A11-83A6-8C1418B64F91}" dt="2026-04-25T16:22:43.323" v="2062" actId="478"/>
        <pc:sldMkLst>
          <pc:docMk/>
          <pc:sldMk cId="1463441693" sldId="307"/>
        </pc:sldMkLst>
        <pc:spChg chg="mod">
          <ac:chgData name="Gustavo neres" userId="ad886bd3a62a6b1f" providerId="LiveId" clId="{67C9EFF0-A868-4A11-83A6-8C1418B64F91}" dt="2026-04-25T15:09:48.833" v="1851" actId="1076"/>
          <ac:spMkLst>
            <pc:docMk/>
            <pc:sldMk cId="1463441693" sldId="307"/>
            <ac:spMk id="2" creationId="{B4821132-8AEB-5E7F-B93C-844A1F323FAD}"/>
          </ac:spMkLst>
        </pc:spChg>
        <pc:spChg chg="del">
          <ac:chgData name="Gustavo neres" userId="ad886bd3a62a6b1f" providerId="LiveId" clId="{67C9EFF0-A868-4A11-83A6-8C1418B64F91}" dt="2026-04-25T15:01:02.908" v="1516" actId="26606"/>
          <ac:spMkLst>
            <pc:docMk/>
            <pc:sldMk cId="1463441693" sldId="307"/>
            <ac:spMk id="3" creationId="{8765A3B7-900D-8E10-84C4-86FD162A9DDB}"/>
          </ac:spMkLst>
        </pc:spChg>
        <pc:spChg chg="del">
          <ac:chgData name="Gustavo neres" userId="ad886bd3a62a6b1f" providerId="LiveId" clId="{67C9EFF0-A868-4A11-83A6-8C1418B64F91}" dt="2026-04-25T15:01:02.908" v="1516" actId="26606"/>
          <ac:spMkLst>
            <pc:docMk/>
            <pc:sldMk cId="1463441693" sldId="307"/>
            <ac:spMk id="4" creationId="{59032E38-910F-88E0-8C2A-7EECA5B82719}"/>
          </ac:spMkLst>
        </pc:spChg>
        <pc:spChg chg="add mod">
          <ac:chgData name="Gustavo neres" userId="ad886bd3a62a6b1f" providerId="LiveId" clId="{67C9EFF0-A868-4A11-83A6-8C1418B64F91}" dt="2026-04-25T15:14:36.169" v="2008"/>
          <ac:spMkLst>
            <pc:docMk/>
            <pc:sldMk cId="1463441693" sldId="307"/>
            <ac:spMk id="7" creationId="{1D05071E-BD3A-810B-E2AB-9FAC69894360}"/>
          </ac:spMkLst>
        </pc:spChg>
        <pc:spChg chg="add mod">
          <ac:chgData name="Gustavo neres" userId="ad886bd3a62a6b1f" providerId="LiveId" clId="{67C9EFF0-A868-4A11-83A6-8C1418B64F91}" dt="2026-04-25T15:14:39.493" v="2009"/>
          <ac:spMkLst>
            <pc:docMk/>
            <pc:sldMk cId="1463441693" sldId="307"/>
            <ac:spMk id="8" creationId="{4E37353E-9DB5-C8C3-C92E-F99886A63AAC}"/>
          </ac:spMkLst>
        </pc:spChg>
        <pc:spChg chg="add mod">
          <ac:chgData name="Gustavo neres" userId="ad886bd3a62a6b1f" providerId="LiveId" clId="{67C9EFF0-A868-4A11-83A6-8C1418B64F91}" dt="2026-04-25T15:10:17.766" v="1924" actId="27636"/>
          <ac:spMkLst>
            <pc:docMk/>
            <pc:sldMk cId="1463441693" sldId="307"/>
            <ac:spMk id="11" creationId="{00A9E2C7-754A-DD87-1D74-19B20302C63F}"/>
          </ac:spMkLst>
        </pc:spChg>
        <pc:graphicFrameChg chg="add mod modGraphic">
          <ac:chgData name="Gustavo neres" userId="ad886bd3a62a6b1f" providerId="LiveId" clId="{67C9EFF0-A868-4A11-83A6-8C1418B64F91}" dt="2026-04-25T15:14:30.310" v="2007" actId="1076"/>
          <ac:graphicFrameMkLst>
            <pc:docMk/>
            <pc:sldMk cId="1463441693" sldId="307"/>
            <ac:graphicFrameMk id="6" creationId="{8765A3B7-900D-8E10-84C4-86FD162A9DDB}"/>
          </ac:graphicFrameMkLst>
        </pc:graphicFrameChg>
        <pc:picChg chg="add del mod">
          <ac:chgData name="Gustavo neres" userId="ad886bd3a62a6b1f" providerId="LiveId" clId="{67C9EFF0-A868-4A11-83A6-8C1418B64F91}" dt="2026-04-25T16:22:43.323" v="2062" actId="478"/>
          <ac:picMkLst>
            <pc:docMk/>
            <pc:sldMk cId="1463441693" sldId="307"/>
            <ac:picMk id="3" creationId="{ED81A138-B0D1-17E8-AEBB-56419388964B}"/>
          </ac:picMkLst>
        </pc:picChg>
        <pc:picChg chg="add mod">
          <ac:chgData name="Gustavo neres" userId="ad886bd3a62a6b1f" providerId="LiveId" clId="{67C9EFF0-A868-4A11-83A6-8C1418B64F91}" dt="2026-04-25T15:14:36.169" v="2008"/>
          <ac:picMkLst>
            <pc:docMk/>
            <pc:sldMk cId="1463441693" sldId="307"/>
            <ac:picMk id="5" creationId="{1B5A2F14-B1BF-C177-18F0-D8A778F30FAA}"/>
          </ac:picMkLst>
        </pc:picChg>
      </pc:sldChg>
      <pc:sldChg chg="addSp delSp modSp add mod ord modTransition">
        <pc:chgData name="Gustavo neres" userId="ad886bd3a62a6b1f" providerId="LiveId" clId="{67C9EFF0-A868-4A11-83A6-8C1418B64F91}" dt="2026-04-25T16:22:40.387" v="2060" actId="478"/>
        <pc:sldMkLst>
          <pc:docMk/>
          <pc:sldMk cId="765832993" sldId="308"/>
        </pc:sldMkLst>
        <pc:spChg chg="add mod">
          <ac:chgData name="Gustavo neres" userId="ad886bd3a62a6b1f" providerId="LiveId" clId="{67C9EFF0-A868-4A11-83A6-8C1418B64F91}" dt="2026-04-25T15:03:45.526" v="1680" actId="1076"/>
          <ac:spMkLst>
            <pc:docMk/>
            <pc:sldMk cId="765832993" sldId="308"/>
            <ac:spMk id="2" creationId="{35617372-3CC8-102F-8108-5AA591E457A7}"/>
          </ac:spMkLst>
        </pc:spChg>
        <pc:spChg chg="mod">
          <ac:chgData name="Gustavo neres" userId="ad886bd3a62a6b1f" providerId="LiveId" clId="{67C9EFF0-A868-4A11-83A6-8C1418B64F91}" dt="2026-04-25T15:01:42.727" v="1572" actId="20577"/>
          <ac:spMkLst>
            <pc:docMk/>
            <pc:sldMk cId="765832993" sldId="308"/>
            <ac:spMk id="4" creationId="{0EBB432D-8B55-C012-27E4-FC8C14D12AA8}"/>
          </ac:spMkLst>
        </pc:spChg>
        <pc:spChg chg="del">
          <ac:chgData name="Gustavo neres" userId="ad886bd3a62a6b1f" providerId="LiveId" clId="{67C9EFF0-A868-4A11-83A6-8C1418B64F91}" dt="2026-04-25T15:01:26.644" v="1526" actId="478"/>
          <ac:spMkLst>
            <pc:docMk/>
            <pc:sldMk cId="765832993" sldId="308"/>
            <ac:spMk id="6" creationId="{26305975-F1AA-29E5-FAB9-3CC0B01B646A}"/>
          </ac:spMkLst>
        </pc:spChg>
        <pc:spChg chg="add mod">
          <ac:chgData name="Gustavo neres" userId="ad886bd3a62a6b1f" providerId="LiveId" clId="{67C9EFF0-A868-4A11-83A6-8C1418B64F91}" dt="2026-04-25T15:03:14.870" v="1622" actId="1076"/>
          <ac:spMkLst>
            <pc:docMk/>
            <pc:sldMk cId="765832993" sldId="308"/>
            <ac:spMk id="10" creationId="{296F1996-5FDA-0472-35D0-5F428CF8085D}"/>
          </ac:spMkLst>
        </pc:spChg>
        <pc:spChg chg="add mod">
          <ac:chgData name="Gustavo neres" userId="ad886bd3a62a6b1f" providerId="LiveId" clId="{67C9EFF0-A868-4A11-83A6-8C1418B64F91}" dt="2026-04-25T15:03:24.167" v="1652" actId="1076"/>
          <ac:spMkLst>
            <pc:docMk/>
            <pc:sldMk cId="765832993" sldId="308"/>
            <ac:spMk id="11" creationId="{7ADBFD02-84EF-BAA3-B58E-79EB3AF77FAC}"/>
          </ac:spMkLst>
        </pc:spChg>
        <pc:spChg chg="del">
          <ac:chgData name="Gustavo neres" userId="ad886bd3a62a6b1f" providerId="LiveId" clId="{67C9EFF0-A868-4A11-83A6-8C1418B64F91}" dt="2026-04-25T15:01:22.135" v="1522" actId="478"/>
          <ac:spMkLst>
            <pc:docMk/>
            <pc:sldMk cId="765832993" sldId="308"/>
            <ac:spMk id="18" creationId="{E9B93175-94A7-9074-F9AD-C9BDA70062C6}"/>
          </ac:spMkLst>
        </pc:spChg>
        <pc:spChg chg="del">
          <ac:chgData name="Gustavo neres" userId="ad886bd3a62a6b1f" providerId="LiveId" clId="{67C9EFF0-A868-4A11-83A6-8C1418B64F91}" dt="2026-04-25T15:01:23.056" v="1524" actId="478"/>
          <ac:spMkLst>
            <pc:docMk/>
            <pc:sldMk cId="765832993" sldId="308"/>
            <ac:spMk id="19" creationId="{C7DF767B-0EEE-5027-1ADB-98E6FDEC84D2}"/>
          </ac:spMkLst>
        </pc:spChg>
        <pc:picChg chg="add del mod">
          <ac:chgData name="Gustavo neres" userId="ad886bd3a62a6b1f" providerId="LiveId" clId="{67C9EFF0-A868-4A11-83A6-8C1418B64F91}" dt="2026-04-25T16:22:40.387" v="2060" actId="478"/>
          <ac:picMkLst>
            <pc:docMk/>
            <pc:sldMk cId="765832993" sldId="308"/>
            <ac:picMk id="3" creationId="{A23835B5-F725-A768-20E5-62382B4C83B1}"/>
          </ac:picMkLst>
        </pc:picChg>
        <pc:picChg chg="add mod">
          <ac:chgData name="Gustavo neres" userId="ad886bd3a62a6b1f" providerId="LiveId" clId="{67C9EFF0-A868-4A11-83A6-8C1418B64F91}" dt="2026-04-25T15:02:54.535" v="1584" actId="14100"/>
          <ac:picMkLst>
            <pc:docMk/>
            <pc:sldMk cId="765832993" sldId="308"/>
            <ac:picMk id="5" creationId="{E335DE10-AECC-A28B-7F85-8BA24EB51F98}"/>
          </ac:picMkLst>
        </pc:picChg>
        <pc:picChg chg="add mod">
          <ac:chgData name="Gustavo neres" userId="ad886bd3a62a6b1f" providerId="LiveId" clId="{67C9EFF0-A868-4A11-83A6-8C1418B64F91}" dt="2026-04-25T15:02:40.584" v="1580" actId="1076"/>
          <ac:picMkLst>
            <pc:docMk/>
            <pc:sldMk cId="765832993" sldId="308"/>
            <ac:picMk id="8" creationId="{A5DC06BD-A79E-2A09-8747-9E34EC7CBFD6}"/>
          </ac:picMkLst>
        </pc:picChg>
        <pc:picChg chg="del">
          <ac:chgData name="Gustavo neres" userId="ad886bd3a62a6b1f" providerId="LiveId" clId="{67C9EFF0-A868-4A11-83A6-8C1418B64F91}" dt="2026-04-25T15:01:22.470" v="1523" actId="478"/>
          <ac:picMkLst>
            <pc:docMk/>
            <pc:sldMk cId="765832993" sldId="308"/>
            <ac:picMk id="9" creationId="{E1B0A079-F5DE-4C01-8473-0908891811C5}"/>
          </ac:picMkLst>
        </pc:picChg>
        <pc:picChg chg="del">
          <ac:chgData name="Gustavo neres" userId="ad886bd3a62a6b1f" providerId="LiveId" clId="{67C9EFF0-A868-4A11-83A6-8C1418B64F91}" dt="2026-04-25T15:01:23.530" v="1525" actId="478"/>
          <ac:picMkLst>
            <pc:docMk/>
            <pc:sldMk cId="765832993" sldId="308"/>
            <ac:picMk id="13" creationId="{A86D6ECA-AF95-1C37-53BC-865A737146E0}"/>
          </ac:picMkLst>
        </pc:picChg>
      </pc:sldChg>
      <pc:sldChg chg="new del">
        <pc:chgData name="Gustavo neres" userId="ad886bd3a62a6b1f" providerId="LiveId" clId="{67C9EFF0-A868-4A11-83A6-8C1418B64F91}" dt="2026-04-25T15:01:12.744" v="1518" actId="47"/>
        <pc:sldMkLst>
          <pc:docMk/>
          <pc:sldMk cId="1559111556" sldId="308"/>
        </pc:sldMkLst>
      </pc:sldChg>
      <pc:sldChg chg="new del">
        <pc:chgData name="Gustavo neres" userId="ad886bd3a62a6b1f" providerId="LiveId" clId="{67C9EFF0-A868-4A11-83A6-8C1418B64F91}" dt="2026-04-25T15:04:26.955" v="1687" actId="47"/>
        <pc:sldMkLst>
          <pc:docMk/>
          <pc:sldMk cId="3851276382" sldId="309"/>
        </pc:sldMkLst>
      </pc:sldChg>
      <pc:sldChg chg="new del ord">
        <pc:chgData name="Gustavo neres" userId="ad886bd3a62a6b1f" providerId="LiveId" clId="{67C9EFF0-A868-4A11-83A6-8C1418B64F91}" dt="2026-04-25T15:07:37.642" v="1777" actId="47"/>
        <pc:sldMkLst>
          <pc:docMk/>
          <pc:sldMk cId="4103004304" sldId="309"/>
        </pc:sldMkLst>
      </pc:sldChg>
      <pc:sldChg chg="addSp delSp modSp add mod ord modTransition setBg delDesignElem">
        <pc:chgData name="Gustavo neres" userId="ad886bd3a62a6b1f" providerId="LiveId" clId="{67C9EFF0-A868-4A11-83A6-8C1418B64F91}" dt="2026-04-25T16:22:46.299" v="2064" actId="478"/>
        <pc:sldMkLst>
          <pc:docMk/>
          <pc:sldMk cId="206233532" sldId="310"/>
        </pc:sldMkLst>
        <pc:spChg chg="mod">
          <ac:chgData name="Gustavo neres" userId="ad886bd3a62a6b1f" providerId="LiveId" clId="{67C9EFF0-A868-4A11-83A6-8C1418B64F91}" dt="2026-04-25T15:09:00.705" v="1818" actId="1076"/>
          <ac:spMkLst>
            <pc:docMk/>
            <pc:sldMk cId="206233532" sldId="310"/>
            <ac:spMk id="2" creationId="{62BF069F-8BA9-CF61-8088-CB53E40835C2}"/>
          </ac:spMkLst>
        </pc:spChg>
        <pc:spChg chg="mod">
          <ac:chgData name="Gustavo neres" userId="ad886bd3a62a6b1f" providerId="LiveId" clId="{67C9EFF0-A868-4A11-83A6-8C1418B64F91}" dt="2026-04-25T15:08:41.518" v="1812" actId="14100"/>
          <ac:spMkLst>
            <pc:docMk/>
            <pc:sldMk cId="206233532" sldId="310"/>
            <ac:spMk id="3" creationId="{AA6D2A38-FCA1-998C-8A4E-12AA0FF8426F}"/>
          </ac:spMkLst>
        </pc:spChg>
        <pc:spChg chg="add mod ord">
          <ac:chgData name="Gustavo neres" userId="ad886bd3a62a6b1f" providerId="LiveId" clId="{67C9EFF0-A868-4A11-83A6-8C1418B64F91}" dt="2026-04-25T15:08:28.774" v="1803" actId="1076"/>
          <ac:spMkLst>
            <pc:docMk/>
            <pc:sldMk cId="206233532" sldId="310"/>
            <ac:spMk id="6" creationId="{5E06FB1F-4A55-B534-4225-1BB2FA5A0C5A}"/>
          </ac:spMkLst>
        </pc:spChg>
        <pc:spChg chg="del">
          <ac:chgData name="Gustavo neres" userId="ad886bd3a62a6b1f" providerId="LiveId" clId="{67C9EFF0-A868-4A11-83A6-8C1418B64F91}" dt="2026-04-25T15:05:43.312" v="1690"/>
          <ac:spMkLst>
            <pc:docMk/>
            <pc:sldMk cId="206233532" sldId="310"/>
            <ac:spMk id="33" creationId="{ADEAE005-02DF-9B42-E7C3-2958E27203A9}"/>
          </ac:spMkLst>
        </pc:spChg>
        <pc:spChg chg="del">
          <ac:chgData name="Gustavo neres" userId="ad886bd3a62a6b1f" providerId="LiveId" clId="{67C9EFF0-A868-4A11-83A6-8C1418B64F91}" dt="2026-04-25T15:05:43.312" v="1690"/>
          <ac:spMkLst>
            <pc:docMk/>
            <pc:sldMk cId="206233532" sldId="310"/>
            <ac:spMk id="35" creationId="{0C361D63-0838-9E27-E08F-07874A5C2A56}"/>
          </ac:spMkLst>
        </pc:spChg>
        <pc:spChg chg="del">
          <ac:chgData name="Gustavo neres" userId="ad886bd3a62a6b1f" providerId="LiveId" clId="{67C9EFF0-A868-4A11-83A6-8C1418B64F91}" dt="2026-04-25T15:05:43.312" v="1690"/>
          <ac:spMkLst>
            <pc:docMk/>
            <pc:sldMk cId="206233532" sldId="310"/>
            <ac:spMk id="39" creationId="{686DCA9F-9251-5C85-4D1B-1753191CEC41}"/>
          </ac:spMkLst>
        </pc:spChg>
        <pc:picChg chg="mod">
          <ac:chgData name="Gustavo neres" userId="ad886bd3a62a6b1f" providerId="LiveId" clId="{67C9EFF0-A868-4A11-83A6-8C1418B64F91}" dt="2026-04-25T15:05:57.025" v="1694" actId="1076"/>
          <ac:picMkLst>
            <pc:docMk/>
            <pc:sldMk cId="206233532" sldId="310"/>
            <ac:picMk id="4" creationId="{F6D745FD-92BE-6BAB-1D58-1C067F8ABEA5}"/>
          </ac:picMkLst>
        </pc:picChg>
        <pc:picChg chg="add del mod">
          <ac:chgData name="Gustavo neres" userId="ad886bd3a62a6b1f" providerId="LiveId" clId="{67C9EFF0-A868-4A11-83A6-8C1418B64F91}" dt="2026-04-25T16:22:46.299" v="2064" actId="478"/>
          <ac:picMkLst>
            <pc:docMk/>
            <pc:sldMk cId="206233532" sldId="310"/>
            <ac:picMk id="7" creationId="{94E60531-2100-6306-2E7D-0EF4EFD6B7DD}"/>
          </ac:picMkLst>
        </pc:picChg>
        <pc:cxnChg chg="mod">
          <ac:chgData name="Gustavo neres" userId="ad886bd3a62a6b1f" providerId="LiveId" clId="{67C9EFF0-A868-4A11-83A6-8C1418B64F91}" dt="2026-04-25T15:08:46.625" v="1815" actId="1037"/>
          <ac:cxnSpMkLst>
            <pc:docMk/>
            <pc:sldMk cId="206233532" sldId="310"/>
            <ac:cxnSpMk id="9" creationId="{C52C2E87-3694-1EE3-1166-B2DD567F1DE3}"/>
          </ac:cxnSpMkLst>
        </pc:cxnChg>
        <pc:cxnChg chg="del">
          <ac:chgData name="Gustavo neres" userId="ad886bd3a62a6b1f" providerId="LiveId" clId="{67C9EFF0-A868-4A11-83A6-8C1418B64F91}" dt="2026-04-25T15:05:43.312" v="1690"/>
          <ac:cxnSpMkLst>
            <pc:docMk/>
            <pc:sldMk cId="206233532" sldId="310"/>
            <ac:cxnSpMk id="37" creationId="{CA23D8EF-9BF1-0FCB-4FB0-752BB3D6A668}"/>
          </ac:cxnSpMkLst>
        </pc:cxnChg>
      </pc:sldChg>
      <pc:sldChg chg="new del">
        <pc:chgData name="Gustavo neres" userId="ad886bd3a62a6b1f" providerId="LiveId" clId="{67C9EFF0-A868-4A11-83A6-8C1418B64F91}" dt="2026-04-25T15:15:00.506" v="2012" actId="47"/>
        <pc:sldMkLst>
          <pc:docMk/>
          <pc:sldMk cId="440058549" sldId="311"/>
        </pc:sldMkLst>
      </pc:sldChg>
      <pc:sldChg chg="addSp delSp modSp add mod modTransition setBg">
        <pc:chgData name="Gustavo neres" userId="ad886bd3a62a6b1f" providerId="LiveId" clId="{67C9EFF0-A868-4A11-83A6-8C1418B64F91}" dt="2026-04-25T16:22:44.698" v="2063" actId="478"/>
        <pc:sldMkLst>
          <pc:docMk/>
          <pc:sldMk cId="2538472538" sldId="312"/>
        </pc:sldMkLst>
        <pc:spChg chg="mod">
          <ac:chgData name="Gustavo neres" userId="ad886bd3a62a6b1f" providerId="LiveId" clId="{67C9EFF0-A868-4A11-83A6-8C1418B64F91}" dt="2026-04-25T15:15:22.099" v="2027" actId="20577"/>
          <ac:spMkLst>
            <pc:docMk/>
            <pc:sldMk cId="2538472538" sldId="312"/>
            <ac:spMk id="2" creationId="{61D934D5-B0CA-45EF-C2BC-C8B4F47C8C13}"/>
          </ac:spMkLst>
        </pc:spChg>
        <pc:spChg chg="mod">
          <ac:chgData name="Gustavo neres" userId="ad886bd3a62a6b1f" providerId="LiveId" clId="{67C9EFF0-A868-4A11-83A6-8C1418B64F91}" dt="2026-04-25T15:15:16.428" v="2015" actId="1076"/>
          <ac:spMkLst>
            <pc:docMk/>
            <pc:sldMk cId="2538472538" sldId="312"/>
            <ac:spMk id="8" creationId="{8568AE1B-15A3-07A4-4777-2B5642251C99}"/>
          </ac:spMkLst>
        </pc:spChg>
        <pc:spChg chg="mod">
          <ac:chgData name="Gustavo neres" userId="ad886bd3a62a6b1f" providerId="LiveId" clId="{67C9EFF0-A868-4A11-83A6-8C1418B64F91}" dt="2026-04-25T15:15:47.504" v="2034" actId="114"/>
          <ac:spMkLst>
            <pc:docMk/>
            <pc:sldMk cId="2538472538" sldId="312"/>
            <ac:spMk id="9" creationId="{5C64BEF8-B870-E7B7-7BD2-F507D6752119}"/>
          </ac:spMkLst>
        </pc:spChg>
        <pc:picChg chg="add del mod">
          <ac:chgData name="Gustavo neres" userId="ad886bd3a62a6b1f" providerId="LiveId" clId="{67C9EFF0-A868-4A11-83A6-8C1418B64F91}" dt="2026-04-25T16:22:44.698" v="2063" actId="478"/>
          <ac:picMkLst>
            <pc:docMk/>
            <pc:sldMk cId="2538472538" sldId="312"/>
            <ac:picMk id="4" creationId="{A3D84658-E23F-B209-9760-E340A582C354}"/>
          </ac:picMkLst>
        </pc:picChg>
        <pc:picChg chg="mod">
          <ac:chgData name="Gustavo neres" userId="ad886bd3a62a6b1f" providerId="LiveId" clId="{67C9EFF0-A868-4A11-83A6-8C1418B64F91}" dt="2026-04-25T15:15:06.092" v="2013" actId="1076"/>
          <ac:picMkLst>
            <pc:docMk/>
            <pc:sldMk cId="2538472538" sldId="312"/>
            <ac:picMk id="7" creationId="{E9D5DA0F-9EE1-F888-C477-A49DCE2A361A}"/>
          </ac:picMkLst>
        </pc:picChg>
      </pc:sldChg>
      <pc:sldMasterChg chg="modSldLayout">
        <pc:chgData name="Gustavo neres" userId="ad886bd3a62a6b1f" providerId="LiveId" clId="{67C9EFF0-A868-4A11-83A6-8C1418B64F91}" dt="2026-04-25T13:49:29.100" v="10" actId="478"/>
        <pc:sldMasterMkLst>
          <pc:docMk/>
          <pc:sldMasterMk cId="354603096" sldId="2147483660"/>
        </pc:sldMasterMkLst>
        <pc:sldLayoutChg chg="addSp delSp mod">
          <pc:chgData name="Gustavo neres" userId="ad886bd3a62a6b1f" providerId="LiveId" clId="{67C9EFF0-A868-4A11-83A6-8C1418B64F91}" dt="2026-04-25T13:49:25.454" v="8" actId="478"/>
          <pc:sldLayoutMkLst>
            <pc:docMk/>
            <pc:sldMasterMk cId="354603096" sldId="2147483660"/>
            <pc:sldLayoutMk cId="2540465968" sldId="2147483662"/>
          </pc:sldLayoutMkLst>
          <pc:spChg chg="add del">
            <ac:chgData name="Gustavo neres" userId="ad886bd3a62a6b1f" providerId="LiveId" clId="{67C9EFF0-A868-4A11-83A6-8C1418B64F91}" dt="2026-04-25T13:49:25.454" v="8" actId="478"/>
            <ac:spMkLst>
              <pc:docMk/>
              <pc:sldMasterMk cId="354603096" sldId="2147483660"/>
              <pc:sldLayoutMk cId="2540465968" sldId="2147483662"/>
              <ac:spMk id="2" creationId="{00000000-0000-0000-0000-000000000000}"/>
            </ac:spMkLst>
          </pc:spChg>
        </pc:sldLayoutChg>
        <pc:sldLayoutChg chg="addSp delSp mod">
          <pc:chgData name="Gustavo neres" userId="ad886bd3a62a6b1f" providerId="LiveId" clId="{67C9EFF0-A868-4A11-83A6-8C1418B64F91}" dt="2026-04-25T13:49:29.100" v="10" actId="478"/>
          <pc:sldLayoutMkLst>
            <pc:docMk/>
            <pc:sldMasterMk cId="354603096" sldId="2147483660"/>
            <pc:sldLayoutMk cId="4268543396" sldId="2147483666"/>
          </pc:sldLayoutMkLst>
          <pc:spChg chg="add del">
            <ac:chgData name="Gustavo neres" userId="ad886bd3a62a6b1f" providerId="LiveId" clId="{67C9EFF0-A868-4A11-83A6-8C1418B64F91}" dt="2026-04-25T13:49:29.100" v="10" actId="478"/>
            <ac:spMkLst>
              <pc:docMk/>
              <pc:sldMasterMk cId="354603096" sldId="2147483660"/>
              <pc:sldLayoutMk cId="4268543396" sldId="2147483666"/>
              <ac:spMk id="2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2CF2B-E82F-4152-ADD2-ED47E5A676F4}" type="datetimeFigureOut">
              <a:rPr lang="pt-BR" smtClean="0"/>
              <a:t>25/04/2026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E9163-63CE-4B6F-8106-3CB82B73A73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8664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9FF0D-B331-4276-BF84-39B369306F99}" type="datetimeFigureOut">
              <a:rPr lang="pt-BR" noProof="0" smtClean="0"/>
              <a:t>25/04/2026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564A1-17BF-464F-B2FE-65DA37285BF0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1726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C564A1-17BF-464F-B2FE-65DA37285B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8709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C564A1-17BF-464F-B2FE-65DA37285BF0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8148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Reforço Logístico Regional (Norte e Nordeste)</a:t>
            </a:r>
          </a:p>
          <a:p>
            <a:r>
              <a:rPr lang="pt-BR" dirty="0"/>
              <a:t>Priorizar rotas com maior índice de atraso </a:t>
            </a:r>
          </a:p>
          <a:p>
            <a:r>
              <a:rPr lang="pt-BR" dirty="0"/>
              <a:t>Revisar performance de transportadoras por UF </a:t>
            </a:r>
          </a:p>
          <a:p>
            <a:r>
              <a:rPr lang="pt-BR" dirty="0"/>
              <a:t>Criar estratégia de hubs regionais / </a:t>
            </a:r>
            <a:r>
              <a:rPr lang="pt-BR" dirty="0" err="1"/>
              <a:t>cross-docking</a:t>
            </a:r>
            <a:r>
              <a:rPr lang="pt-BR" dirty="0"/>
              <a:t> </a:t>
            </a:r>
          </a:p>
          <a:p>
            <a:r>
              <a:rPr lang="pt-BR" dirty="0"/>
              <a:t>Ajustar SLA por distância e capacidade operacional </a:t>
            </a:r>
          </a:p>
          <a:p>
            <a:r>
              <a:rPr lang="pt-BR" b="1" dirty="0"/>
              <a:t>Impacto esperado:</a:t>
            </a:r>
            <a:r>
              <a:rPr lang="pt-BR" dirty="0"/>
              <a:t> redução direta do percentual de atrasos e estabilização do serviço.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2) Gestão de SLA e Prevenção de Rupturas Operacionais</a:t>
            </a:r>
          </a:p>
          <a:p>
            <a:r>
              <a:rPr lang="pt-BR" dirty="0"/>
              <a:t>Implementar monitoramento contínuo do lead time por etapa (aprovação → postagem → entrega) </a:t>
            </a:r>
          </a:p>
          <a:p>
            <a:r>
              <a:rPr lang="pt-BR" dirty="0"/>
              <a:t>Criar alertas automáticos para pedidos com risco de ultrapassar </a:t>
            </a:r>
            <a:r>
              <a:rPr lang="pt-BR" b="1" dirty="0"/>
              <a:t>30 dias</a:t>
            </a:r>
            <a:r>
              <a:rPr lang="pt-BR" dirty="0"/>
              <a:t> </a:t>
            </a:r>
          </a:p>
          <a:p>
            <a:r>
              <a:rPr lang="pt-BR" dirty="0"/>
              <a:t>Painel diário de backlog logístico e pedidos críticos </a:t>
            </a:r>
          </a:p>
          <a:p>
            <a:r>
              <a:rPr lang="pt-BR" b="1" dirty="0"/>
              <a:t>Impacto esperado:</a:t>
            </a:r>
            <a:r>
              <a:rPr lang="pt-BR" dirty="0"/>
              <a:t> reduzir picos como o do Q1/2018 e evitar queda abrupta no NPS.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3) Proteção da Experiência do Cliente (redução de detratores)</a:t>
            </a:r>
          </a:p>
          <a:p>
            <a:r>
              <a:rPr lang="pt-BR" dirty="0"/>
              <a:t>Ajustar prazos prometidos para maior previsibilidade (evitar “prometer e não cumprir”) </a:t>
            </a:r>
          </a:p>
          <a:p>
            <a:r>
              <a:rPr lang="pt-BR" dirty="0"/>
              <a:t>Melhorar comunicação ativa: rastreio, status e avisos preventivos de atraso </a:t>
            </a:r>
          </a:p>
          <a:p>
            <a:r>
              <a:rPr lang="pt-BR" dirty="0"/>
              <a:t>Criar plano de contingência para atrasos (voucher, cupom, reembolso parcial) </a:t>
            </a:r>
          </a:p>
          <a:p>
            <a:r>
              <a:rPr lang="pt-BR" b="1" dirty="0"/>
              <a:t>Impacto esperado:</a:t>
            </a:r>
            <a:r>
              <a:rPr lang="pt-BR" dirty="0"/>
              <a:t> reduzir avaliações negativas mesmo quando houver falhas pontuais.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564A1-17BF-464F-B2FE-65DA37285BF0}" type="slidenum">
              <a:rPr lang="pt-BR" noProof="0" smtClean="0"/>
              <a:t>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87974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DF564-4012-11A7-06C9-CBD0A599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61F7195-D7E4-E0FD-737F-5860C44FE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BD15D3-36F6-5BC4-CCA3-99DAF8918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124E47-15EF-107D-ACAF-4B16702D64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C564A1-17BF-464F-B2FE-65DA37285BF0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9615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F78DA-6D31-9818-A865-7BA468E7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D27AA1F-A92E-C1BD-24C3-173DDC263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3ED3037-16EC-A3AC-4CAB-B5B6473A2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08D660-B44B-FBED-A51A-91D78FAB0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C564A1-17BF-464F-B2FE-65DA37285BF0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110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0050ED"/>
          </a:solidFill>
          <a:ln>
            <a:solidFill>
              <a:srgbClr val="005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4E8571-58AC-4B02-A72C-B7E3E60A7BA5}" type="datetime1">
              <a:rPr lang="pt-BR" noProof="0" smtClean="0"/>
              <a:t>25/04/2026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C2D5DC-E9E6-4460-9005-9561D7AE5062}" type="datetime1">
              <a:rPr lang="pt-BR" noProof="0" smtClean="0"/>
              <a:t>25/04/2026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0050ED"/>
          </a:solidFill>
          <a:ln>
            <a:solidFill>
              <a:srgbClr val="005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616C38-4A2F-4C3B-B502-7E51C7F0342F}" type="datetime1">
              <a:rPr lang="pt-BR" noProof="0" smtClean="0"/>
              <a:t>25/04/2026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EB7CE7-B188-4FE4-8B6E-3889DBBDC355}" type="datetime1">
              <a:rPr lang="pt-BR" noProof="0" smtClean="0"/>
              <a:t>25/04/2026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932F7F-8399-49FC-B033-AD7A4B77F998}" type="datetime1">
              <a:rPr lang="pt-BR" noProof="0" smtClean="0"/>
              <a:t>25/04/2026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506B10-4878-49BC-96DE-C536CADA3095}" type="datetime1">
              <a:rPr lang="pt-BR" noProof="0" smtClean="0"/>
              <a:t>25/04/2026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0050ED"/>
          </a:solidFill>
          <a:ln>
            <a:solidFill>
              <a:srgbClr val="005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0B6ED2-E191-4517-BA6B-37A4CEFA3A0D}" type="datetime1">
              <a:rPr lang="pt-BR" noProof="0" smtClean="0"/>
              <a:t>25/04/2026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0050ED"/>
          </a:solidFill>
          <a:ln>
            <a:solidFill>
              <a:srgbClr val="005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DB650E8-F74D-4BD3-A6BC-1B4D756C4BE8}" type="datetime1">
              <a:rPr lang="pt-BR" noProof="0" smtClean="0"/>
              <a:t>25/04/2026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0050ED"/>
          </a:solidFill>
          <a:ln>
            <a:solidFill>
              <a:srgbClr val="005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B56C06F-C179-4D6D-A0AC-A9C8705BD208}" type="datetime1">
              <a:rPr lang="pt-BR" noProof="0" smtClean="0"/>
              <a:t>25/04/2026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0050ED"/>
          </a:solidFill>
          <a:ln>
            <a:solidFill>
              <a:srgbClr val="005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72B881A2-478D-4079-BD8F-044C479AA962}" type="datetime1">
              <a:rPr lang="pt-BR" noProof="0" smtClean="0"/>
              <a:t>25/04/2026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Retângulo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425117" cy="2901694"/>
          </a:xfrm>
        </p:spPr>
        <p:txBody>
          <a:bodyPr rtlCol="0" anchor="b">
            <a:noAutofit/>
          </a:bodyPr>
          <a:lstStyle/>
          <a:p>
            <a:r>
              <a:rPr lang="pt-PT" sz="4000" b="1" dirty="0"/>
              <a:t>Case </a:t>
            </a:r>
            <a:br>
              <a:rPr lang="pt-PT" sz="4000" b="1" dirty="0"/>
            </a:br>
            <a:r>
              <a:rPr lang="pt-PT" sz="4000" b="1" dirty="0"/>
              <a:t>E-commerce Olist</a:t>
            </a:r>
            <a:br>
              <a:rPr lang="pt-BR" sz="4000" b="1" dirty="0"/>
            </a:br>
            <a:r>
              <a:rPr lang="pt-BR" sz="4000" b="1" dirty="0"/>
              <a:t>2017-2018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5"/>
            <a:ext cx="3205640" cy="1006793"/>
          </a:xfrm>
        </p:spPr>
        <p:txBody>
          <a:bodyPr rtlCol="0" anchor="t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r>
              <a:rPr lang="pt-BR" sz="2100" i="1" dirty="0"/>
              <a:t>Análise de performance comercial, logística e satisfação do cliente</a:t>
            </a:r>
          </a:p>
          <a:p>
            <a:pPr>
              <a:lnSpc>
                <a:spcPct val="100000"/>
              </a:lnSpc>
            </a:pPr>
            <a:r>
              <a:rPr lang="pt-BR" sz="2100" dirty="0"/>
              <a:t>Gustavo de Jesus Neres - Grupo 134</a:t>
            </a:r>
          </a:p>
          <a:p>
            <a:pPr rtl="0">
              <a:lnSpc>
                <a:spcPct val="100000"/>
              </a:lnSpc>
            </a:pPr>
            <a:endParaRPr lang="pt-BR" sz="1600" dirty="0"/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ângulo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846D444-B76B-0C09-D57A-0FBCA53C514C}"/>
              </a:ext>
            </a:extLst>
          </p:cNvPr>
          <p:cNvCxnSpPr>
            <a:cxnSpLocks/>
          </p:cNvCxnSpPr>
          <p:nvPr/>
        </p:nvCxnSpPr>
        <p:spPr>
          <a:xfrm flipV="1">
            <a:off x="7979835" y="4507180"/>
            <a:ext cx="3501470" cy="3656"/>
          </a:xfrm>
          <a:prstGeom prst="line">
            <a:avLst/>
          </a:prstGeom>
          <a:ln w="38100">
            <a:solidFill>
              <a:srgbClr val="0050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C02731B7-54A0-958F-0774-1F3AB489C40D}"/>
              </a:ext>
            </a:extLst>
          </p:cNvPr>
          <p:cNvSpPr/>
          <p:nvPr/>
        </p:nvSpPr>
        <p:spPr>
          <a:xfrm>
            <a:off x="0" y="6379625"/>
            <a:ext cx="12188726" cy="478375"/>
          </a:xfrm>
          <a:prstGeom prst="rect">
            <a:avLst/>
          </a:prstGeom>
          <a:solidFill>
            <a:srgbClr val="0050ED"/>
          </a:solidFill>
          <a:ln>
            <a:solidFill>
              <a:srgbClr val="0050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9BE2288-D10E-47F2-FD4E-0D1830D96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" y="6378650"/>
            <a:ext cx="515112" cy="45817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F361AC6-D2B2-2544-ECD0-4DE84787550E}"/>
              </a:ext>
            </a:extLst>
          </p:cNvPr>
          <p:cNvSpPr/>
          <p:nvPr/>
        </p:nvSpPr>
        <p:spPr>
          <a:xfrm rot="3583609">
            <a:off x="11998412" y="6305527"/>
            <a:ext cx="392899" cy="650803"/>
          </a:xfrm>
          <a:prstGeom prst="rect">
            <a:avLst/>
          </a:prstGeom>
          <a:solidFill>
            <a:srgbClr val="F09F29"/>
          </a:solidFill>
          <a:ln>
            <a:solidFill>
              <a:srgbClr val="F09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F65AFB1C-BD30-731D-0768-70596FD0C0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9144"/>
            <a:ext cx="6096000" cy="6382512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D1163164-C1C8-A66D-E3DA-A9F270EB1C76}"/>
              </a:ext>
            </a:extLst>
          </p:cNvPr>
          <p:cNvSpPr/>
          <p:nvPr/>
        </p:nvSpPr>
        <p:spPr>
          <a:xfrm>
            <a:off x="2444496" y="0"/>
            <a:ext cx="6702552" cy="63825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0" y="734659"/>
            <a:ext cx="8138160" cy="108499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dirty="0"/>
              <a:t>Objetivo e Pergunta Central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0B2395C-FBCA-49D0-F2F0-4F5A712054C9}"/>
              </a:ext>
            </a:extLst>
          </p:cNvPr>
          <p:cNvSpPr txBox="1">
            <a:spLocks/>
          </p:cNvSpPr>
          <p:nvPr/>
        </p:nvSpPr>
        <p:spPr>
          <a:xfrm>
            <a:off x="4142232" y="2179411"/>
            <a:ext cx="7744968" cy="22554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400" i="1" dirty="0"/>
              <a:t>Como atrasos logísticos impactam a satisfação do cliente e o risco do negócio?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D098362-3913-13C5-4BAF-B336C31C3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" y="6396938"/>
            <a:ext cx="515112" cy="45817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2C514CA-19D1-C11F-E819-C7604B18AD3A}"/>
              </a:ext>
            </a:extLst>
          </p:cNvPr>
          <p:cNvSpPr/>
          <p:nvPr/>
        </p:nvSpPr>
        <p:spPr>
          <a:xfrm rot="3583609">
            <a:off x="11998412" y="6305527"/>
            <a:ext cx="392899" cy="650803"/>
          </a:xfrm>
          <a:prstGeom prst="rect">
            <a:avLst/>
          </a:prstGeom>
          <a:solidFill>
            <a:srgbClr val="F09F29"/>
          </a:solidFill>
          <a:ln>
            <a:solidFill>
              <a:srgbClr val="F09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2CC3D-9A73-7175-DF85-22F0E035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23331"/>
          </a:xfrm>
        </p:spPr>
        <p:txBody>
          <a:bodyPr/>
          <a:lstStyle/>
          <a:p>
            <a:r>
              <a:rPr lang="pt-BR" dirty="0"/>
              <a:t>Panorama Executivo (crescimento)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A9F485A-D7FB-4F16-2A25-FE6C50D92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" y="6396938"/>
            <a:ext cx="515112" cy="45817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F32F9FD-6F43-EDB5-CEB1-FCCC7D11740E}"/>
              </a:ext>
            </a:extLst>
          </p:cNvPr>
          <p:cNvSpPr/>
          <p:nvPr/>
        </p:nvSpPr>
        <p:spPr>
          <a:xfrm>
            <a:off x="1097280" y="1764792"/>
            <a:ext cx="10058400" cy="21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FD9CCF-77BE-96A3-6866-1FDFC9BF7E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211856"/>
            <a:ext cx="929030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sz="1800" dirty="0"/>
              <a:t>A operação apresenta forte crescimento, com aumento expressivo de receita e volume entre 2017 e 2018.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DDAC91E-09ED-C0AA-B1A8-7BD1A61AA007}"/>
              </a:ext>
            </a:extLst>
          </p:cNvPr>
          <p:cNvSpPr/>
          <p:nvPr/>
        </p:nvSpPr>
        <p:spPr>
          <a:xfrm>
            <a:off x="260829" y="2160939"/>
            <a:ext cx="3887724" cy="4082903"/>
          </a:xfrm>
          <a:prstGeom prst="rect">
            <a:avLst/>
          </a:prstGeom>
          <a:solidFill>
            <a:srgbClr val="0050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1B01027-10A6-53C0-A688-7295372CB89F}"/>
              </a:ext>
            </a:extLst>
          </p:cNvPr>
          <p:cNvSpPr/>
          <p:nvPr/>
        </p:nvSpPr>
        <p:spPr>
          <a:xfrm rot="2123904">
            <a:off x="-682755" y="-466574"/>
            <a:ext cx="960569" cy="1506354"/>
          </a:xfrm>
          <a:prstGeom prst="rect">
            <a:avLst/>
          </a:prstGeom>
          <a:solidFill>
            <a:srgbClr val="0050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5FE5EF7F-DF68-9791-B9A3-8F8A4FA8C50F}"/>
              </a:ext>
            </a:extLst>
          </p:cNvPr>
          <p:cNvGrpSpPr/>
          <p:nvPr/>
        </p:nvGrpSpPr>
        <p:grpSpPr>
          <a:xfrm>
            <a:off x="460182" y="2472126"/>
            <a:ext cx="1690824" cy="1143801"/>
            <a:chOff x="9101328" y="2579301"/>
            <a:chExt cx="2148840" cy="1344168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E4B243DD-CB8B-4A8F-9B2E-35FE4123DAA3}"/>
                </a:ext>
              </a:extLst>
            </p:cNvPr>
            <p:cNvSpPr/>
            <p:nvPr/>
          </p:nvSpPr>
          <p:spPr>
            <a:xfrm>
              <a:off x="9101328" y="2579301"/>
              <a:ext cx="2148840" cy="134416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09F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ctangle 1">
              <a:extLst>
                <a:ext uri="{FF2B5EF4-FFF2-40B4-BE49-F238E27FC236}">
                  <a16:creationId xmlns:a16="http://schemas.microsoft.com/office/drawing/2014/main" id="{79A8B2B4-B164-ACC9-AA74-935CC62C0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0387" y="3220019"/>
              <a:ext cx="1955292" cy="5705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91440" indent="-9144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19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7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pt-BR" altLang="pt-B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rPr>
                <a:t>FATURAMENTO 2017</a:t>
              </a:r>
            </a:p>
          </p:txBody>
        </p:sp>
        <p:sp>
          <p:nvSpPr>
            <p:cNvPr id="38" name="Rectangle 1">
              <a:extLst>
                <a:ext uri="{FF2B5EF4-FFF2-40B4-BE49-F238E27FC236}">
                  <a16:creationId xmlns:a16="http://schemas.microsoft.com/office/drawing/2014/main" id="{7DA46826-C893-E8CB-FB41-882868E06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0387" y="2743533"/>
              <a:ext cx="1940050" cy="47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91440" indent="-9144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19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7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pt-BR" altLang="pt-BR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rPr>
                <a:t>R$ 709 Mi</a:t>
              </a: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C67135C8-3C18-BCB5-9E92-D8C289C3BF42}"/>
              </a:ext>
            </a:extLst>
          </p:cNvPr>
          <p:cNvGrpSpPr/>
          <p:nvPr/>
        </p:nvGrpSpPr>
        <p:grpSpPr>
          <a:xfrm>
            <a:off x="2320775" y="2472125"/>
            <a:ext cx="1690824" cy="1143801"/>
            <a:chOff x="9101328" y="2579301"/>
            <a:chExt cx="2148840" cy="1344168"/>
          </a:xfrm>
        </p:grpSpPr>
        <p:sp>
          <p:nvSpPr>
            <p:cNvPr id="66" name="Retângulo 65">
              <a:extLst>
                <a:ext uri="{FF2B5EF4-FFF2-40B4-BE49-F238E27FC236}">
                  <a16:creationId xmlns:a16="http://schemas.microsoft.com/office/drawing/2014/main" id="{CBB370AD-B4DE-5CC9-3FEE-EA7785225680}"/>
                </a:ext>
              </a:extLst>
            </p:cNvPr>
            <p:cNvSpPr/>
            <p:nvPr/>
          </p:nvSpPr>
          <p:spPr>
            <a:xfrm>
              <a:off x="9101328" y="2579301"/>
              <a:ext cx="2148840" cy="134416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09F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Rectangle 1">
              <a:extLst>
                <a:ext uri="{FF2B5EF4-FFF2-40B4-BE49-F238E27FC236}">
                  <a16:creationId xmlns:a16="http://schemas.microsoft.com/office/drawing/2014/main" id="{A3A51DCE-B1E2-11F5-212C-A5CE45AB95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0387" y="3360615"/>
              <a:ext cx="1955292" cy="289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91440" indent="-9144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19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7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pt-BR" altLang="pt-B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rPr>
                <a:t>FATURAMENTO 2018</a:t>
              </a:r>
            </a:p>
          </p:txBody>
        </p:sp>
        <p:sp>
          <p:nvSpPr>
            <p:cNvPr id="68" name="Rectangle 1">
              <a:extLst>
                <a:ext uri="{FF2B5EF4-FFF2-40B4-BE49-F238E27FC236}">
                  <a16:creationId xmlns:a16="http://schemas.microsoft.com/office/drawing/2014/main" id="{9DF15302-F051-4593-EA64-700D7DBF8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0387" y="2743533"/>
              <a:ext cx="1940050" cy="47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91440" indent="-9144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19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7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pt-BR" altLang="pt-BR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rPr>
                <a:t>R$ 860 Mi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FEC03E81-FCC0-D060-5AD4-615444C2CC28}"/>
              </a:ext>
            </a:extLst>
          </p:cNvPr>
          <p:cNvGrpSpPr/>
          <p:nvPr/>
        </p:nvGrpSpPr>
        <p:grpSpPr>
          <a:xfrm>
            <a:off x="455983" y="4357984"/>
            <a:ext cx="1690824" cy="1143801"/>
            <a:chOff x="9101328" y="2579301"/>
            <a:chExt cx="2148840" cy="1344168"/>
          </a:xfrm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8CEDA435-8CDD-484C-CF70-CBC4544176ED}"/>
                </a:ext>
              </a:extLst>
            </p:cNvPr>
            <p:cNvSpPr/>
            <p:nvPr/>
          </p:nvSpPr>
          <p:spPr>
            <a:xfrm>
              <a:off x="9101328" y="2579301"/>
              <a:ext cx="2148840" cy="134416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09F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ctangle 1">
              <a:extLst>
                <a:ext uri="{FF2B5EF4-FFF2-40B4-BE49-F238E27FC236}">
                  <a16:creationId xmlns:a16="http://schemas.microsoft.com/office/drawing/2014/main" id="{5D3F660C-D098-E4CB-3C5E-9A752E8C1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0387" y="3270192"/>
              <a:ext cx="1955292" cy="47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91440" indent="-9144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19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7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pt-BR" altLang="pt-B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rPr>
                <a:t>Pedidos Realizados 2017</a:t>
              </a:r>
            </a:p>
          </p:txBody>
        </p:sp>
        <p:sp>
          <p:nvSpPr>
            <p:cNvPr id="72" name="Rectangle 1">
              <a:extLst>
                <a:ext uri="{FF2B5EF4-FFF2-40B4-BE49-F238E27FC236}">
                  <a16:creationId xmlns:a16="http://schemas.microsoft.com/office/drawing/2014/main" id="{BC6BEAF1-064C-AB87-82CE-10E58B050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0387" y="2743533"/>
              <a:ext cx="1940050" cy="47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91440" indent="-9144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19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7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pt-BR" altLang="pt-BR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rPr>
                <a:t>44 Mil</a:t>
              </a:r>
            </a:p>
          </p:txBody>
        </p:sp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C0A88E5D-C08B-7767-9B76-97BBE1A6A822}"/>
              </a:ext>
            </a:extLst>
          </p:cNvPr>
          <p:cNvGrpSpPr/>
          <p:nvPr/>
        </p:nvGrpSpPr>
        <p:grpSpPr>
          <a:xfrm>
            <a:off x="2341961" y="4357984"/>
            <a:ext cx="1690824" cy="1143801"/>
            <a:chOff x="9101328" y="2579301"/>
            <a:chExt cx="2148840" cy="1344168"/>
          </a:xfrm>
        </p:grpSpPr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97EC97E0-E669-2F01-2154-949077A5E500}"/>
                </a:ext>
              </a:extLst>
            </p:cNvPr>
            <p:cNvSpPr/>
            <p:nvPr/>
          </p:nvSpPr>
          <p:spPr>
            <a:xfrm>
              <a:off x="9101328" y="2579301"/>
              <a:ext cx="2148840" cy="134416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09F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Rectangle 1">
              <a:extLst>
                <a:ext uri="{FF2B5EF4-FFF2-40B4-BE49-F238E27FC236}">
                  <a16:creationId xmlns:a16="http://schemas.microsoft.com/office/drawing/2014/main" id="{8944818C-4C0E-5A8D-43DA-8DEBB07FE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0387" y="3270192"/>
              <a:ext cx="1955292" cy="47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91440" indent="-9144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19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7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pt-BR" altLang="pt-B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rPr>
                <a:t>Pedidos Realizados 2018</a:t>
              </a:r>
            </a:p>
          </p:txBody>
        </p:sp>
        <p:sp>
          <p:nvSpPr>
            <p:cNvPr id="76" name="Rectangle 1">
              <a:extLst>
                <a:ext uri="{FF2B5EF4-FFF2-40B4-BE49-F238E27FC236}">
                  <a16:creationId xmlns:a16="http://schemas.microsoft.com/office/drawing/2014/main" id="{6A43AB1A-118D-D10F-6EBE-BF8BE93C8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0387" y="2743533"/>
              <a:ext cx="1940050" cy="47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91440" indent="-9144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19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7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pt-BR" altLang="pt-BR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rPr>
                <a:t>53 Mil</a:t>
              </a:r>
            </a:p>
          </p:txBody>
        </p:sp>
      </p:grpSp>
      <p:cxnSp>
        <p:nvCxnSpPr>
          <p:cNvPr id="82" name="Conector: Curvo 81">
            <a:extLst>
              <a:ext uri="{FF2B5EF4-FFF2-40B4-BE49-F238E27FC236}">
                <a16:creationId xmlns:a16="http://schemas.microsoft.com/office/drawing/2014/main" id="{BDA6FC1F-B26D-22E7-B007-E3AF57D4D0FC}"/>
              </a:ext>
            </a:extLst>
          </p:cNvPr>
          <p:cNvCxnSpPr>
            <a:stCxn id="12" idx="2"/>
            <a:endCxn id="66" idx="2"/>
          </p:cNvCxnSpPr>
          <p:nvPr/>
        </p:nvCxnSpPr>
        <p:spPr>
          <a:xfrm rot="5400000" flipH="1" flipV="1">
            <a:off x="2235889" y="2685630"/>
            <a:ext cx="1" cy="1860593"/>
          </a:xfrm>
          <a:prstGeom prst="curved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: Curvo 84">
            <a:extLst>
              <a:ext uri="{FF2B5EF4-FFF2-40B4-BE49-F238E27FC236}">
                <a16:creationId xmlns:a16="http://schemas.microsoft.com/office/drawing/2014/main" id="{BF7E0D97-6815-39EA-613D-00E7A51B3686}"/>
              </a:ext>
            </a:extLst>
          </p:cNvPr>
          <p:cNvCxnSpPr/>
          <p:nvPr/>
        </p:nvCxnSpPr>
        <p:spPr>
          <a:xfrm rot="5400000" flipH="1" flipV="1">
            <a:off x="2204690" y="4571488"/>
            <a:ext cx="1" cy="1860593"/>
          </a:xfrm>
          <a:prstGeom prst="curved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0EF35791-D9D2-BFCA-6960-3DEB0DCCBAE4}"/>
              </a:ext>
            </a:extLst>
          </p:cNvPr>
          <p:cNvSpPr txBox="1"/>
          <p:nvPr/>
        </p:nvSpPr>
        <p:spPr>
          <a:xfrm>
            <a:off x="1260738" y="3830370"/>
            <a:ext cx="1950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Crescimento de 21,3%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67463493-42A2-C6CA-3653-4CCD354E94EC}"/>
              </a:ext>
            </a:extLst>
          </p:cNvPr>
          <p:cNvSpPr txBox="1"/>
          <p:nvPr/>
        </p:nvSpPr>
        <p:spPr>
          <a:xfrm>
            <a:off x="1211687" y="5690443"/>
            <a:ext cx="1950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Crescimento de 20,5%</a:t>
            </a:r>
          </a:p>
        </p:txBody>
      </p:sp>
      <p:pic>
        <p:nvPicPr>
          <p:cNvPr id="89" name="Imagem 88">
            <a:extLst>
              <a:ext uri="{FF2B5EF4-FFF2-40B4-BE49-F238E27FC236}">
                <a16:creationId xmlns:a16="http://schemas.microsoft.com/office/drawing/2014/main" id="{F9F5D5CC-227A-2AAA-03E6-F2E4AE105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803" y="2106984"/>
            <a:ext cx="7930320" cy="4136858"/>
          </a:xfrm>
          <a:prstGeom prst="rect">
            <a:avLst/>
          </a:prstGeom>
          <a:ln>
            <a:solidFill>
              <a:srgbClr val="F09F29"/>
            </a:solidFill>
          </a:ln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6AD84AE6-C860-1164-F370-52BA84444E2F}"/>
              </a:ext>
            </a:extLst>
          </p:cNvPr>
          <p:cNvSpPr/>
          <p:nvPr/>
        </p:nvSpPr>
        <p:spPr>
          <a:xfrm rot="3583609">
            <a:off x="11998412" y="6305527"/>
            <a:ext cx="392899" cy="650803"/>
          </a:xfrm>
          <a:prstGeom prst="rect">
            <a:avLst/>
          </a:prstGeom>
          <a:solidFill>
            <a:srgbClr val="F09F29"/>
          </a:solidFill>
          <a:ln>
            <a:solidFill>
              <a:srgbClr val="F09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96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75B61E2-C859-E31B-678D-789965220EDA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92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Mix e Concentração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583AC24-B03A-68B8-E5A5-EEAF667B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" y="2979134"/>
            <a:ext cx="11484864" cy="117840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E50AD5C-AF3C-D7CF-1E8E-36A1E41E4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" y="4842244"/>
            <a:ext cx="10530840" cy="1186676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8EF831CD-616D-9212-422F-838968B893B2}"/>
              </a:ext>
            </a:extLst>
          </p:cNvPr>
          <p:cNvSpPr/>
          <p:nvPr/>
        </p:nvSpPr>
        <p:spPr>
          <a:xfrm>
            <a:off x="1097280" y="1764792"/>
            <a:ext cx="10058400" cy="21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DEAC634-57E5-3498-53E4-53F3EDE11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1516005"/>
            <a:ext cx="929030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sz="2000" dirty="0"/>
              <a:t>O faturamento é, de certa forma, bem distribuído entre as categorias de produtos. Porém, se concentra fortemente no Sudeste, principalmente SP, RJ e MG</a:t>
            </a: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1661CA5-81FB-1CE4-F5BE-AE2E88F03D9D}"/>
              </a:ext>
            </a:extLst>
          </p:cNvPr>
          <p:cNvSpPr/>
          <p:nvPr/>
        </p:nvSpPr>
        <p:spPr>
          <a:xfrm rot="3796021">
            <a:off x="12286515" y="-983931"/>
            <a:ext cx="1626332" cy="2847126"/>
          </a:xfrm>
          <a:prstGeom prst="rect">
            <a:avLst/>
          </a:prstGeom>
          <a:solidFill>
            <a:srgbClr val="0050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94F7F724-C5C4-8F54-C237-6E4EC3D46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" y="6396938"/>
            <a:ext cx="515112" cy="458174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8FB82F0E-DDBD-67A1-8755-A58609326896}"/>
              </a:ext>
            </a:extLst>
          </p:cNvPr>
          <p:cNvSpPr/>
          <p:nvPr/>
        </p:nvSpPr>
        <p:spPr>
          <a:xfrm rot="3583609">
            <a:off x="11998412" y="6305527"/>
            <a:ext cx="392899" cy="650803"/>
          </a:xfrm>
          <a:prstGeom prst="rect">
            <a:avLst/>
          </a:prstGeom>
          <a:solidFill>
            <a:srgbClr val="F09F29"/>
          </a:solidFill>
          <a:ln>
            <a:solidFill>
              <a:srgbClr val="F09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731E70A-AEC7-B079-409A-8E81945373B5}"/>
              </a:ext>
            </a:extLst>
          </p:cNvPr>
          <p:cNvSpPr txBox="1">
            <a:spLocks/>
          </p:cNvSpPr>
          <p:nvPr/>
        </p:nvSpPr>
        <p:spPr>
          <a:xfrm>
            <a:off x="4750590" y="2545368"/>
            <a:ext cx="3224215" cy="361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/>
              <a:t>Top Categorias por Receita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A7371631-0C95-E1DC-744E-6E60F1D6C1DB}"/>
              </a:ext>
            </a:extLst>
          </p:cNvPr>
          <p:cNvSpPr txBox="1">
            <a:spLocks/>
          </p:cNvSpPr>
          <p:nvPr/>
        </p:nvSpPr>
        <p:spPr>
          <a:xfrm>
            <a:off x="4972046" y="4481168"/>
            <a:ext cx="2781301" cy="361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/>
              <a:t>Top Estados por Receita</a:t>
            </a:r>
          </a:p>
        </p:txBody>
      </p:sp>
    </p:spTree>
    <p:extLst>
      <p:ext uri="{BB962C8B-B14F-4D97-AF65-F5344CB8AC3E}">
        <p14:creationId xmlns:p14="http://schemas.microsoft.com/office/powerpoint/2010/main" val="8880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3816C-4911-720C-AD94-8B9F3212A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450051"/>
            <a:ext cx="3517567" cy="1166242"/>
          </a:xfrm>
        </p:spPr>
        <p:txBody>
          <a:bodyPr anchor="b">
            <a:normAutofit/>
          </a:bodyPr>
          <a:lstStyle/>
          <a:p>
            <a:r>
              <a:rPr lang="pt-BR" dirty="0"/>
              <a:t>Diagnóstico do Problema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D2BD6BD-BD4F-3EAC-4DA0-433A9FE94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4" y="2336723"/>
            <a:ext cx="3517567" cy="306450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400" dirty="0"/>
              <a:t>Observa-se que, primeiro trimestre de 2018, ocorre uma ruptura: o volume de vendas se mantém, mas os atrasos na entrega aumentam, e isso é refletido no percentual de reclamações realizadas.</a:t>
            </a:r>
            <a:endParaRPr lang="en-US" sz="24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DA6BDFB-8EDC-2200-85F5-BFB4E009A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" y="6396938"/>
            <a:ext cx="515112" cy="458174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4D3DF381-0FB9-0E57-9906-52391E2B2133}"/>
              </a:ext>
            </a:extLst>
          </p:cNvPr>
          <p:cNvSpPr/>
          <p:nvPr/>
        </p:nvSpPr>
        <p:spPr>
          <a:xfrm rot="3583609">
            <a:off x="11998412" y="6305527"/>
            <a:ext cx="392899" cy="650803"/>
          </a:xfrm>
          <a:prstGeom prst="rect">
            <a:avLst/>
          </a:prstGeom>
          <a:solidFill>
            <a:srgbClr val="F09F29"/>
          </a:solidFill>
          <a:ln>
            <a:solidFill>
              <a:srgbClr val="F09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7546428-AE94-8E4F-F822-4F1B8DC6D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112" y="3908272"/>
            <a:ext cx="5381201" cy="2811075"/>
          </a:xfrm>
          <a:prstGeom prst="rect">
            <a:avLst/>
          </a:prstGeom>
          <a:ln>
            <a:solidFill>
              <a:srgbClr val="F09F29"/>
            </a:solidFill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C489728-5C6A-1893-879D-D78BE4190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526" y="539026"/>
            <a:ext cx="5416373" cy="2811075"/>
          </a:xfrm>
          <a:prstGeom prst="rect">
            <a:avLst/>
          </a:prstGeom>
          <a:ln>
            <a:solidFill>
              <a:srgbClr val="F09F29"/>
            </a:solidFill>
          </a:ln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F723BDD1-7E54-9DAA-3135-16A0B677E031}"/>
              </a:ext>
            </a:extLst>
          </p:cNvPr>
          <p:cNvSpPr txBox="1">
            <a:spLocks/>
          </p:cNvSpPr>
          <p:nvPr/>
        </p:nvSpPr>
        <p:spPr>
          <a:xfrm>
            <a:off x="6179587" y="150554"/>
            <a:ext cx="4286249" cy="361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/>
              <a:t>Percentual de Reclamações por Mês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E95BE9A7-4BA1-FECA-3881-3200D5FEE812}"/>
              </a:ext>
            </a:extLst>
          </p:cNvPr>
          <p:cNvSpPr txBox="1">
            <a:spLocks/>
          </p:cNvSpPr>
          <p:nvPr/>
        </p:nvSpPr>
        <p:spPr>
          <a:xfrm>
            <a:off x="5867401" y="3507900"/>
            <a:ext cx="4943474" cy="361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/>
              <a:t>Percentual de Atrasos na Entrega por Mês</a:t>
            </a:r>
          </a:p>
        </p:txBody>
      </p:sp>
    </p:spTree>
    <p:extLst>
      <p:ext uri="{BB962C8B-B14F-4D97-AF65-F5344CB8AC3E}">
        <p14:creationId xmlns:p14="http://schemas.microsoft.com/office/powerpoint/2010/main" val="249984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488CDC6E-2557-AD4E-81E8-5071E80AE1C8}"/>
              </a:ext>
            </a:extLst>
          </p:cNvPr>
          <p:cNvSpPr/>
          <p:nvPr/>
        </p:nvSpPr>
        <p:spPr>
          <a:xfrm>
            <a:off x="1097280" y="1764792"/>
            <a:ext cx="10058400" cy="21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7C720A-5293-6A3D-3CFC-2419A9294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152" y="467683"/>
            <a:ext cx="10058400" cy="796984"/>
          </a:xfrm>
        </p:spPr>
        <p:txBody>
          <a:bodyPr anchor="b">
            <a:normAutofit/>
          </a:bodyPr>
          <a:lstStyle/>
          <a:p>
            <a:r>
              <a:rPr lang="pt-BR" dirty="0"/>
              <a:t>Impacto na Satisfação (NPS)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4F2819-C7E6-063E-6A94-C838CE124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0632" y="1343435"/>
            <a:ext cx="9751695" cy="1000030"/>
          </a:xfrm>
        </p:spPr>
        <p:txBody>
          <a:bodyPr>
            <a:normAutofit/>
          </a:bodyPr>
          <a:lstStyle/>
          <a:p>
            <a:r>
              <a:rPr lang="pt-BR" sz="2400" dirty="0"/>
              <a:t>O NPS geral é razoável, mas há queda forte no trimestre crítico, indicando deterioração rápida da percepção do cliente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02DFE8-4FD3-E943-E1F9-EA08F0349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247" y="2711826"/>
            <a:ext cx="7059930" cy="3653513"/>
          </a:xfrm>
          <a:prstGeom prst="rect">
            <a:avLst/>
          </a:prstGeom>
          <a:noFill/>
          <a:ln>
            <a:solidFill>
              <a:srgbClr val="0050ED"/>
            </a:solidFill>
          </a:ln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9D9848FE-B1CE-2595-E6AF-10EFBABEEE20}"/>
              </a:ext>
            </a:extLst>
          </p:cNvPr>
          <p:cNvGrpSpPr/>
          <p:nvPr/>
        </p:nvGrpSpPr>
        <p:grpSpPr>
          <a:xfrm>
            <a:off x="1647825" y="3683118"/>
            <a:ext cx="2427231" cy="1710927"/>
            <a:chOff x="9101328" y="2579301"/>
            <a:chExt cx="2148840" cy="1344168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F6CCBC72-FD37-2CF5-4C2B-A3DF558A0635}"/>
                </a:ext>
              </a:extLst>
            </p:cNvPr>
            <p:cNvSpPr/>
            <p:nvPr/>
          </p:nvSpPr>
          <p:spPr>
            <a:xfrm>
              <a:off x="9101328" y="2579301"/>
              <a:ext cx="2148840" cy="134416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09F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87CF5B30-465D-799B-2DEE-96AF28098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0387" y="3360213"/>
              <a:ext cx="1955292" cy="290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91440" indent="-9144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19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7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pt-BR" altLang="pt-BR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rPr>
                <a:t>NPS Geral</a:t>
              </a:r>
            </a:p>
          </p:txBody>
        </p:sp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1C264F7F-7532-781A-39A5-DCBE2D7AF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0387" y="2724743"/>
              <a:ext cx="1940050" cy="5077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91440" indent="-9144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19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7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400"/>
                </a:spcAft>
                <a:buClrTx/>
                <a:buFont typeface="Calibri" pitchFamily="34" charset="0"/>
                <a:buChar char="◦"/>
                <a:defRPr sz="13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pt-BR" altLang="pt-BR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rPr>
                <a:t>44,5</a:t>
              </a:r>
            </a:p>
          </p:txBody>
        </p:sp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646F8BCE-1338-C0D1-87F7-86BA0E6D5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" y="6396938"/>
            <a:ext cx="515112" cy="458174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C0026903-CD84-BDEF-EA59-0C420AC583DD}"/>
              </a:ext>
            </a:extLst>
          </p:cNvPr>
          <p:cNvSpPr/>
          <p:nvPr/>
        </p:nvSpPr>
        <p:spPr>
          <a:xfrm rot="3583609">
            <a:off x="11998412" y="6305527"/>
            <a:ext cx="392899" cy="650803"/>
          </a:xfrm>
          <a:prstGeom prst="rect">
            <a:avLst/>
          </a:prstGeom>
          <a:solidFill>
            <a:srgbClr val="F09F29"/>
          </a:solidFill>
          <a:ln>
            <a:solidFill>
              <a:srgbClr val="F09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94095E3-6996-13F6-3E44-6DBB7A7DC29C}"/>
              </a:ext>
            </a:extLst>
          </p:cNvPr>
          <p:cNvSpPr/>
          <p:nvPr/>
        </p:nvSpPr>
        <p:spPr>
          <a:xfrm rot="2123904">
            <a:off x="-777078" y="-771121"/>
            <a:ext cx="1263555" cy="2477608"/>
          </a:xfrm>
          <a:prstGeom prst="rect">
            <a:avLst/>
          </a:prstGeom>
          <a:solidFill>
            <a:srgbClr val="0050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9C53C27-6D68-D77B-BF5A-1EF3FAE9FEA6}"/>
              </a:ext>
            </a:extLst>
          </p:cNvPr>
          <p:cNvSpPr txBox="1">
            <a:spLocks/>
          </p:cNvSpPr>
          <p:nvPr/>
        </p:nvSpPr>
        <p:spPr>
          <a:xfrm>
            <a:off x="6981825" y="2294691"/>
            <a:ext cx="1571625" cy="361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/>
              <a:t>NPS por Mês</a:t>
            </a:r>
          </a:p>
        </p:txBody>
      </p:sp>
    </p:spTree>
    <p:extLst>
      <p:ext uri="{BB962C8B-B14F-4D97-AF65-F5344CB8AC3E}">
        <p14:creationId xmlns:p14="http://schemas.microsoft.com/office/powerpoint/2010/main" val="42314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0F592DD-26BD-8FA6-C11F-BE851658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450050"/>
            <a:ext cx="3517567" cy="1473999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Evidência Direta: atraso derruba satisfação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1ACE55A-9A46-48AE-B8D5-4DE8CEC7E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4" y="2336723"/>
            <a:ext cx="3517567" cy="306450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2400" dirty="0"/>
              <a:t>A análise comparativa confirma que pedidos entregues dentro do </a:t>
            </a:r>
            <a:r>
              <a:rPr lang="pt-BR" sz="2400"/>
              <a:t>prazo apresentam maior NPS. </a:t>
            </a:r>
            <a:r>
              <a:rPr lang="pt-BR" sz="2400" dirty="0"/>
              <a:t>Além disso, ao segmentar por faixa de tempo, entregas acima de 30 dias entram em uma zona crítica onde o NPS se torna fortemente negativo. Isso evidencia que a logística é um driver central de satisfação</a:t>
            </a:r>
            <a:endParaRPr lang="en-US" sz="24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86B00AB-0ABB-4893-0FB7-27EE7B9C3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985" y="1328665"/>
            <a:ext cx="6275579" cy="3286399"/>
          </a:xfrm>
          <a:prstGeom prst="rect">
            <a:avLst/>
          </a:prstGeom>
          <a:ln>
            <a:solidFill>
              <a:srgbClr val="F09F29"/>
            </a:solidFill>
          </a:ln>
        </p:spPr>
      </p:pic>
      <p:graphicFrame>
        <p:nvGraphicFramePr>
          <p:cNvPr id="11" name="Espaço Reservado para Conteúdo 4">
            <a:extLst>
              <a:ext uri="{FF2B5EF4-FFF2-40B4-BE49-F238E27FC236}">
                <a16:creationId xmlns:a16="http://schemas.microsoft.com/office/drawing/2014/main" id="{154AD65D-9C22-C05E-D7C0-3D7AE7373C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08317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4781550" y="4688125"/>
          <a:ext cx="7410450" cy="977528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235075">
                  <a:extLst>
                    <a:ext uri="{9D8B030D-6E8A-4147-A177-3AD203B41FA5}">
                      <a16:colId xmlns:a16="http://schemas.microsoft.com/office/drawing/2014/main" val="2206136479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927765600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237673241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4157329672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1370125442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135884397"/>
                    </a:ext>
                  </a:extLst>
                </a:gridCol>
              </a:tblGrid>
              <a:tr h="43826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600" b="1" cap="all" spc="150">
                        <a:solidFill>
                          <a:schemeClr val="tx1"/>
                        </a:solidFill>
                      </a:endParaRPr>
                    </a:p>
                  </a:txBody>
                  <a:tcPr marL="133892" marR="133892" marT="133892" marB="133892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 cap="all" spc="150" dirty="0">
                          <a:solidFill>
                            <a:schemeClr val="tx1"/>
                          </a:solidFill>
                        </a:rPr>
                        <a:t>0-10</a:t>
                      </a:r>
                    </a:p>
                  </a:txBody>
                  <a:tcPr marL="133892" marR="133892" marT="133892" marB="133892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 cap="all" spc="150" dirty="0">
                          <a:solidFill>
                            <a:schemeClr val="tx1"/>
                          </a:solidFill>
                        </a:rPr>
                        <a:t>11-20</a:t>
                      </a:r>
                    </a:p>
                  </a:txBody>
                  <a:tcPr marL="133892" marR="133892" marT="133892" marB="133892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 cap="all" spc="150" dirty="0">
                          <a:solidFill>
                            <a:schemeClr val="tx1"/>
                          </a:solidFill>
                        </a:rPr>
                        <a:t>21-30</a:t>
                      </a:r>
                    </a:p>
                  </a:txBody>
                  <a:tcPr marL="133892" marR="133892" marT="133892" marB="133892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 cap="all" spc="150" dirty="0">
                          <a:solidFill>
                            <a:schemeClr val="tx1"/>
                          </a:solidFill>
                        </a:rPr>
                        <a:t>31-50</a:t>
                      </a:r>
                    </a:p>
                  </a:txBody>
                  <a:tcPr marL="133892" marR="133892" marT="133892" marB="133892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 cap="all" spc="150" dirty="0">
                          <a:solidFill>
                            <a:schemeClr val="tx1"/>
                          </a:solidFill>
                        </a:rPr>
                        <a:t>50+</a:t>
                      </a:r>
                    </a:p>
                  </a:txBody>
                  <a:tcPr marL="133892" marR="133892" marT="133892" marB="133892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121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 cap="none" spc="0" dirty="0">
                          <a:solidFill>
                            <a:schemeClr val="tx1"/>
                          </a:solidFill>
                        </a:rPr>
                        <a:t>NPS</a:t>
                      </a:r>
                    </a:p>
                  </a:txBody>
                  <a:tcPr marL="133892" marR="133892" marT="133892" marB="1338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cap="none" spc="0" dirty="0">
                          <a:solidFill>
                            <a:schemeClr val="tx1"/>
                          </a:solidFill>
                        </a:rPr>
                        <a:t>54,59</a:t>
                      </a:r>
                    </a:p>
                  </a:txBody>
                  <a:tcPr marL="133892" marR="133892" marT="133892" marB="1338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cap="none" spc="0" dirty="0">
                          <a:solidFill>
                            <a:schemeClr val="tx1"/>
                          </a:solidFill>
                        </a:rPr>
                        <a:t>47,90</a:t>
                      </a:r>
                    </a:p>
                  </a:txBody>
                  <a:tcPr marL="133892" marR="133892" marT="133892" marB="1338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cap="none" spc="0" dirty="0">
                          <a:solidFill>
                            <a:schemeClr val="tx1"/>
                          </a:solidFill>
                        </a:rPr>
                        <a:t>17,17</a:t>
                      </a:r>
                    </a:p>
                  </a:txBody>
                  <a:tcPr marL="133892" marR="133892" marT="133892" marB="1338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cap="none" spc="0" dirty="0">
                          <a:solidFill>
                            <a:schemeClr val="tx1"/>
                          </a:solidFill>
                        </a:rPr>
                        <a:t>-46,40</a:t>
                      </a:r>
                    </a:p>
                  </a:txBody>
                  <a:tcPr marL="133892" marR="133892" marT="133892" marB="1338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cap="none" spc="0" dirty="0">
                          <a:solidFill>
                            <a:schemeClr val="tx1"/>
                          </a:solidFill>
                        </a:rPr>
                        <a:t>-61,97</a:t>
                      </a:r>
                    </a:p>
                  </a:txBody>
                  <a:tcPr marL="133892" marR="133892" marT="133892" marB="1338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630822"/>
                  </a:ext>
                </a:extLst>
              </a:tr>
            </a:tbl>
          </a:graphicData>
        </a:graphic>
      </p:graphicFrame>
      <p:sp>
        <p:nvSpPr>
          <p:cNvPr id="14" name="Título 1">
            <a:extLst>
              <a:ext uri="{FF2B5EF4-FFF2-40B4-BE49-F238E27FC236}">
                <a16:creationId xmlns:a16="http://schemas.microsoft.com/office/drawing/2014/main" id="{22FB9411-B510-F6BF-18C3-50E6D25B8D13}"/>
              </a:ext>
            </a:extLst>
          </p:cNvPr>
          <p:cNvSpPr txBox="1">
            <a:spLocks/>
          </p:cNvSpPr>
          <p:nvPr/>
        </p:nvSpPr>
        <p:spPr>
          <a:xfrm>
            <a:off x="6452117" y="750521"/>
            <a:ext cx="4069313" cy="361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/>
              <a:t>NPS por Faixa de Tempo de Entrega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F914321-4AE4-749D-433B-085C00F36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" y="6396938"/>
            <a:ext cx="515112" cy="458174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EE30D32D-A014-585B-EA38-0CB5BC11C0B6}"/>
              </a:ext>
            </a:extLst>
          </p:cNvPr>
          <p:cNvSpPr/>
          <p:nvPr/>
        </p:nvSpPr>
        <p:spPr>
          <a:xfrm rot="3583609">
            <a:off x="11998412" y="6305527"/>
            <a:ext cx="392899" cy="650803"/>
          </a:xfrm>
          <a:prstGeom prst="rect">
            <a:avLst/>
          </a:prstGeom>
          <a:solidFill>
            <a:srgbClr val="F09F29"/>
          </a:solidFill>
          <a:ln>
            <a:solidFill>
              <a:srgbClr val="F09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72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9FC16-E68F-4295-DD4F-FB11117AC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EBB432D-8B55-C012-27E4-FC8C14D12AA8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92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Concentração do Problema (Regional)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83172F3-578C-9673-6826-7A0B4D818C1A}"/>
              </a:ext>
            </a:extLst>
          </p:cNvPr>
          <p:cNvSpPr/>
          <p:nvPr/>
        </p:nvSpPr>
        <p:spPr>
          <a:xfrm>
            <a:off x="1097280" y="1764792"/>
            <a:ext cx="10058400" cy="21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D8D2FA3-FCCB-6260-AB64-6B4DE7E15769}"/>
              </a:ext>
            </a:extLst>
          </p:cNvPr>
          <p:cNvSpPr/>
          <p:nvPr/>
        </p:nvSpPr>
        <p:spPr>
          <a:xfrm rot="3796021">
            <a:off x="12286515" y="-983931"/>
            <a:ext cx="1626332" cy="2847126"/>
          </a:xfrm>
          <a:prstGeom prst="rect">
            <a:avLst/>
          </a:prstGeom>
          <a:solidFill>
            <a:srgbClr val="0050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AB3DAF8-94B6-42B9-435C-2344A7790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" y="6396938"/>
            <a:ext cx="515112" cy="458174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A2B200E3-FB34-B39C-2A3E-4CD5B428FBA3}"/>
              </a:ext>
            </a:extLst>
          </p:cNvPr>
          <p:cNvSpPr/>
          <p:nvPr/>
        </p:nvSpPr>
        <p:spPr>
          <a:xfrm rot="3583609">
            <a:off x="11998412" y="6305527"/>
            <a:ext cx="392899" cy="650803"/>
          </a:xfrm>
          <a:prstGeom prst="rect">
            <a:avLst/>
          </a:prstGeom>
          <a:solidFill>
            <a:srgbClr val="F09F29"/>
          </a:solidFill>
          <a:ln>
            <a:solidFill>
              <a:srgbClr val="F09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35617372-3CC8-102F-8108-5AA591E45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0151" y="1315111"/>
            <a:ext cx="9751695" cy="1000030"/>
          </a:xfrm>
        </p:spPr>
        <p:txBody>
          <a:bodyPr>
            <a:normAutofit/>
          </a:bodyPr>
          <a:lstStyle/>
          <a:p>
            <a:r>
              <a:rPr lang="pt-BR" sz="2400" dirty="0"/>
              <a:t>O risco logístico não é homogêneo: está concentrado em regiões específicas e categorias especificas, sugerindo gargalos estruturais.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35DE10-AECC-A28B-7F85-8BA24EB51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2677662"/>
            <a:ext cx="10534650" cy="120497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5DC06BD-A79E-2A09-8747-9E34EC7CB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" y="4420377"/>
            <a:ext cx="12192000" cy="1005433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96F1996-5FDA-0472-35D0-5F428CF8085D}"/>
              </a:ext>
            </a:extLst>
          </p:cNvPr>
          <p:cNvSpPr txBox="1">
            <a:spLocks/>
          </p:cNvSpPr>
          <p:nvPr/>
        </p:nvSpPr>
        <p:spPr>
          <a:xfrm>
            <a:off x="5048962" y="2324730"/>
            <a:ext cx="2155033" cy="361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/>
              <a:t>Atraso por Estado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ADBFD02-84EF-BAA3-B58E-79EB3AF77FAC}"/>
              </a:ext>
            </a:extLst>
          </p:cNvPr>
          <p:cNvSpPr txBox="1">
            <a:spLocks/>
          </p:cNvSpPr>
          <p:nvPr/>
        </p:nvSpPr>
        <p:spPr>
          <a:xfrm>
            <a:off x="4548543" y="4137805"/>
            <a:ext cx="3094913" cy="3610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/>
              <a:t>Atraso por Categoria do Produto</a:t>
            </a:r>
          </a:p>
        </p:txBody>
      </p:sp>
    </p:spTree>
    <p:extLst>
      <p:ext uri="{BB962C8B-B14F-4D97-AF65-F5344CB8AC3E}">
        <p14:creationId xmlns:p14="http://schemas.microsoft.com/office/powerpoint/2010/main" val="76583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21132-8AEB-5E7F-B93C-844A1F32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68" y="750445"/>
            <a:ext cx="4052359" cy="1666876"/>
          </a:xfrm>
        </p:spPr>
        <p:txBody>
          <a:bodyPr anchor="b">
            <a:normAutofit/>
          </a:bodyPr>
          <a:lstStyle/>
          <a:p>
            <a:r>
              <a:rPr lang="pt-BR" b="1" dirty="0"/>
              <a:t>Recomendações</a:t>
            </a:r>
            <a:br>
              <a:rPr lang="pt-BR" b="1" dirty="0"/>
            </a:br>
            <a:r>
              <a:rPr lang="pt-BR" b="1" dirty="0"/>
              <a:t>e Plano de Ação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0A9E2C7-754A-DD87-1D74-19B20302C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214875"/>
          </a:xfrm>
        </p:spPr>
        <p:txBody>
          <a:bodyPr>
            <a:normAutofit/>
          </a:bodyPr>
          <a:lstStyle/>
          <a:p>
            <a:r>
              <a:rPr lang="pt-BR" dirty="0"/>
              <a:t>O crescimento do marketplace é consistente, porém a instabilidade logística em regiões críticas representa risco direto à reputação e à retenção. O foco deve ser previsibilidade e controle do SLA. Seguem recomendações para evitar problemas futuros.</a:t>
            </a:r>
            <a:endParaRPr lang="en-US" dirty="0"/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8765A3B7-900D-8E10-84C4-86FD162A9D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806866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ContentTable"/>
                  </p202:designTagLst>
                </p202:designPr>
              </p:ext>
            </p:extLst>
          </p:nvPr>
        </p:nvGraphicFramePr>
        <p:xfrm>
          <a:off x="5016185" y="1514475"/>
          <a:ext cx="6954546" cy="429637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755997">
                  <a:extLst>
                    <a:ext uri="{9D8B030D-6E8A-4147-A177-3AD203B41FA5}">
                      <a16:colId xmlns:a16="http://schemas.microsoft.com/office/drawing/2014/main" val="4256486162"/>
                    </a:ext>
                  </a:extLst>
                </a:gridCol>
                <a:gridCol w="6198549">
                  <a:extLst>
                    <a:ext uri="{9D8B030D-6E8A-4147-A177-3AD203B41FA5}">
                      <a16:colId xmlns:a16="http://schemas.microsoft.com/office/drawing/2014/main" val="2140171701"/>
                    </a:ext>
                  </a:extLst>
                </a:gridCol>
              </a:tblGrid>
              <a:tr h="12965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200" b="1" cap="none" spc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</a:p>
                  </a:txBody>
                  <a:tcPr marL="118539" marR="118539" marT="118539" marB="1185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800" dirty="0"/>
                        <a:t>Reforço Logístico Regional (Norte e Nordeste)</a:t>
                      </a:r>
                      <a:endParaRPr lang="pt-BR" sz="1800" b="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/>
                        <a:t>Priorizar rotas com maior índice de atraso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/>
                        <a:t>Revisar performance de transportadoras por UF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/>
                        <a:t>Ajustar SLA por distância e capacidade operacional</a:t>
                      </a:r>
                      <a:endParaRPr lang="pt-BR" sz="18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8539" marR="118539" marT="118539" marB="1185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804566"/>
                  </a:ext>
                </a:extLst>
              </a:tr>
              <a:tr h="12965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200" b="1" cap="none" spc="0">
                          <a:solidFill>
                            <a:schemeClr val="accent1"/>
                          </a:solidFill>
                          <a:effectLst/>
                        </a:rPr>
                        <a:t>2</a:t>
                      </a:r>
                    </a:p>
                  </a:txBody>
                  <a:tcPr marL="118539" marR="118539" marT="118539" marB="1185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Reforço Logístico Regional (Norte e Nordeste)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/>
                        <a:t>Implementar monitoramento contínuo do lead time por etapa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/>
                        <a:t>Criar alertas automáticos para pedidos com risco de ultrapassar </a:t>
                      </a:r>
                      <a:r>
                        <a:rPr lang="pt-BR" sz="1200" b="1" dirty="0"/>
                        <a:t>30 dias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/>
                        <a:t>Painel diário de backlog logístico e pedidos críticos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539" marR="118539" marT="118539" marB="1185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770810"/>
                  </a:ext>
                </a:extLst>
              </a:tr>
              <a:tr h="17033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200" b="1" cap="none" spc="0">
                          <a:solidFill>
                            <a:schemeClr val="accent1"/>
                          </a:solidFill>
                          <a:effectLst/>
                        </a:rPr>
                        <a:t>3</a:t>
                      </a:r>
                    </a:p>
                  </a:txBody>
                  <a:tcPr marL="118539" marR="118539" marT="118539" marB="1185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pt-BR" dirty="0"/>
                        <a:t>Proteção da Experiência do Cliente (redução de detratores)</a:t>
                      </a:r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/>
                        <a:t>Ajustar prazos prometidos para maior previsibilidade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/>
                        <a:t>Melhorar comunicação ativa: rastreio, status e avisos preventivos de atraso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/>
                        <a:t>Criar plano de contingência para atrasos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539" marR="118539" marT="118539" marB="1185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336686"/>
                  </a:ext>
                </a:extLst>
              </a:tr>
            </a:tbl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1B5A2F14-B1BF-C177-18F0-D8A778F30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" y="6396938"/>
            <a:ext cx="515112" cy="45817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D05071E-BD3A-810B-E2AB-9FAC69894360}"/>
              </a:ext>
            </a:extLst>
          </p:cNvPr>
          <p:cNvSpPr/>
          <p:nvPr/>
        </p:nvSpPr>
        <p:spPr>
          <a:xfrm rot="3583609">
            <a:off x="11998412" y="6305527"/>
            <a:ext cx="392899" cy="650803"/>
          </a:xfrm>
          <a:prstGeom prst="rect">
            <a:avLst/>
          </a:prstGeom>
          <a:solidFill>
            <a:srgbClr val="F09F29"/>
          </a:solidFill>
          <a:ln>
            <a:solidFill>
              <a:srgbClr val="F09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E37353E-9DB5-C8C3-C92E-F99886A63AAC}"/>
              </a:ext>
            </a:extLst>
          </p:cNvPr>
          <p:cNvSpPr/>
          <p:nvPr/>
        </p:nvSpPr>
        <p:spPr>
          <a:xfrm rot="3796021">
            <a:off x="12286515" y="-983931"/>
            <a:ext cx="1626332" cy="2847126"/>
          </a:xfrm>
          <a:prstGeom prst="rect">
            <a:avLst/>
          </a:prstGeom>
          <a:solidFill>
            <a:srgbClr val="0050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44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BD745-F484-5AF2-C5A9-9544C20F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E9D5DA0F-9EE1-F888-C477-A49DCE2A3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88936" y="14426"/>
            <a:ext cx="6096000" cy="6382512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8568AE1B-15A3-07A4-4777-2B5642251C99}"/>
              </a:ext>
            </a:extLst>
          </p:cNvPr>
          <p:cNvSpPr/>
          <p:nvPr/>
        </p:nvSpPr>
        <p:spPr>
          <a:xfrm>
            <a:off x="4102235" y="14426"/>
            <a:ext cx="6702552" cy="63825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D934D5-B0CA-45EF-C2BC-C8B4F47C8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140" y="801334"/>
            <a:ext cx="8138160" cy="108499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C64BEF8-B870-E7B7-7BD2-F507D6752119}"/>
              </a:ext>
            </a:extLst>
          </p:cNvPr>
          <p:cNvSpPr txBox="1">
            <a:spLocks/>
          </p:cNvSpPr>
          <p:nvPr/>
        </p:nvSpPr>
        <p:spPr>
          <a:xfrm>
            <a:off x="1120140" y="2077967"/>
            <a:ext cx="7744968" cy="22554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400" dirty="0"/>
              <a:t>O negócio cresce bem, mas existe risco operacional claro no SLA. Reduzir atrasos em regiões críticas é a principal alavanca para aumentar satisfação e retenção.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F912EB1-C2A7-C073-C6DA-CBE2F8FAA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" y="6396938"/>
            <a:ext cx="515112" cy="45817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C9F7A1E-5A6E-83CE-EF87-D4FB3FC359C9}"/>
              </a:ext>
            </a:extLst>
          </p:cNvPr>
          <p:cNvSpPr/>
          <p:nvPr/>
        </p:nvSpPr>
        <p:spPr>
          <a:xfrm rot="3583609">
            <a:off x="11998412" y="6305527"/>
            <a:ext cx="392899" cy="650803"/>
          </a:xfrm>
          <a:prstGeom prst="rect">
            <a:avLst/>
          </a:prstGeom>
          <a:solidFill>
            <a:srgbClr val="F09F29"/>
          </a:solidFill>
          <a:ln>
            <a:solidFill>
              <a:srgbClr val="F09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847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09FFE-B7CB-65FE-AE3D-4553723B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6D745FD-92BE-6BAB-1D58-1C067F8ABE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E06FB1F-4A55-B534-4225-1BB2FA5A0C5A}"/>
              </a:ext>
            </a:extLst>
          </p:cNvPr>
          <p:cNvSpPr/>
          <p:nvPr/>
        </p:nvSpPr>
        <p:spPr>
          <a:xfrm>
            <a:off x="0" y="0"/>
            <a:ext cx="12192000" cy="6378650"/>
          </a:xfrm>
          <a:prstGeom prst="rect">
            <a:avLst/>
          </a:prstGeom>
          <a:solidFill>
            <a:schemeClr val="tx1">
              <a:lumMod val="95000"/>
              <a:lumOff val="5000"/>
              <a:alpha val="4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BF069F-8BA9-CF61-8088-CB53E4083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9900" y="688064"/>
            <a:ext cx="4002615" cy="852722"/>
          </a:xfrm>
        </p:spPr>
        <p:txBody>
          <a:bodyPr rtlCol="0" anchor="b">
            <a:noAutofit/>
          </a:bodyPr>
          <a:lstStyle/>
          <a:p>
            <a:r>
              <a:rPr lang="pt-BR" sz="6000" b="1" dirty="0">
                <a:solidFill>
                  <a:schemeClr val="bg1"/>
                </a:solidFill>
              </a:rPr>
              <a:t>Obrigado!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6D2A38-FCA1-998C-8A4E-12AA0FF84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9900" y="2228849"/>
            <a:ext cx="8998049" cy="2800351"/>
          </a:xfrm>
        </p:spPr>
        <p:txBody>
          <a:bodyPr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t-PT" b="1" dirty="0">
                <a:solidFill>
                  <a:schemeClr val="bg1"/>
                </a:solidFill>
              </a:rPr>
              <a:t>Case E-commerce Olist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2017-2018</a:t>
            </a:r>
          </a:p>
          <a:p>
            <a:pPr>
              <a:lnSpc>
                <a:spcPct val="100000"/>
              </a:lnSpc>
            </a:pPr>
            <a:endParaRPr lang="pt-BR" sz="2100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100" i="1" dirty="0">
                <a:solidFill>
                  <a:schemeClr val="bg1"/>
                </a:solidFill>
              </a:rPr>
              <a:t>Análise de performance comercial, logística e satisfação do cliente</a:t>
            </a:r>
          </a:p>
          <a:p>
            <a:pPr>
              <a:lnSpc>
                <a:spcPct val="100000"/>
              </a:lnSpc>
            </a:pPr>
            <a:r>
              <a:rPr lang="pt-BR" sz="2100" dirty="0">
                <a:solidFill>
                  <a:schemeClr val="bg1"/>
                </a:solidFill>
              </a:rPr>
              <a:t>Gustavo de Jesus Neres - Grupo 134</a:t>
            </a:r>
          </a:p>
          <a:p>
            <a:pPr rtl="0">
              <a:lnSpc>
                <a:spcPct val="100000"/>
              </a:lnSpc>
            </a:pPr>
            <a:endParaRPr lang="pt-BR" sz="160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2C2E87-3694-1EE3-1166-B2DD567F1DE3}"/>
              </a:ext>
            </a:extLst>
          </p:cNvPr>
          <p:cNvCxnSpPr>
            <a:cxnSpLocks/>
          </p:cNvCxnSpPr>
          <p:nvPr/>
        </p:nvCxnSpPr>
        <p:spPr>
          <a:xfrm flipV="1">
            <a:off x="1398060" y="4907230"/>
            <a:ext cx="3501470" cy="3656"/>
          </a:xfrm>
          <a:prstGeom prst="line">
            <a:avLst/>
          </a:prstGeom>
          <a:ln w="38100">
            <a:solidFill>
              <a:srgbClr val="0050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AF5372A7-1F14-3F56-DBC5-15D58EF34DAA}"/>
              </a:ext>
            </a:extLst>
          </p:cNvPr>
          <p:cNvSpPr/>
          <p:nvPr/>
        </p:nvSpPr>
        <p:spPr>
          <a:xfrm>
            <a:off x="0" y="6379625"/>
            <a:ext cx="12188726" cy="478375"/>
          </a:xfrm>
          <a:prstGeom prst="rect">
            <a:avLst/>
          </a:prstGeom>
          <a:solidFill>
            <a:srgbClr val="0050ED"/>
          </a:solidFill>
          <a:ln>
            <a:solidFill>
              <a:srgbClr val="0050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43BC685-BDC2-1C30-61EB-FFF533E03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" y="6378650"/>
            <a:ext cx="515112" cy="45817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F41EF66-F8E7-A7EB-C274-21F90CE740D6}"/>
              </a:ext>
            </a:extLst>
          </p:cNvPr>
          <p:cNvSpPr/>
          <p:nvPr/>
        </p:nvSpPr>
        <p:spPr>
          <a:xfrm rot="3583609">
            <a:off x="11998412" y="6305527"/>
            <a:ext cx="392899" cy="650803"/>
          </a:xfrm>
          <a:prstGeom prst="rect">
            <a:avLst/>
          </a:prstGeom>
          <a:solidFill>
            <a:srgbClr val="F09F29"/>
          </a:solidFill>
          <a:ln>
            <a:solidFill>
              <a:srgbClr val="F09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23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ersonalizado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33_TF22712842.potx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documentManagement/types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www.w3.org/XML/1998/namespac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{A96A0EF0-5528-44BC-81EF-4A69111CECEC}TFb63a7776-4452-49b2-8055-21efce632b7226c2e2cd_win32-ba73daf3aea8</Template>
  <TotalTime>136</TotalTime>
  <Words>712</Words>
  <Application>Microsoft Office PowerPoint</Application>
  <PresentationFormat>Widescreen</PresentationFormat>
  <Paragraphs>95</Paragraphs>
  <Slides>11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Franklin Gothic Book</vt:lpstr>
      <vt:lpstr>Personalizado</vt:lpstr>
      <vt:lpstr>Case  E-commerce Olist 2017-2018</vt:lpstr>
      <vt:lpstr>Objetivo e Pergunta Central</vt:lpstr>
      <vt:lpstr>Panorama Executivo (crescimento)</vt:lpstr>
      <vt:lpstr>Apresentação do PowerPoint</vt:lpstr>
      <vt:lpstr>Diagnóstico do Problema</vt:lpstr>
      <vt:lpstr>Impacto na Satisfação (NPS)</vt:lpstr>
      <vt:lpstr>Evidência Direta: atraso derruba satisfação</vt:lpstr>
      <vt:lpstr>Apresentação do PowerPoint</vt:lpstr>
      <vt:lpstr>Recomendações e Plano de Ação</vt:lpstr>
      <vt:lpstr>Conclusão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neres</dc:creator>
  <cp:lastModifiedBy>Gustavo neres</cp:lastModifiedBy>
  <cp:revision>1</cp:revision>
  <dcterms:created xsi:type="dcterms:W3CDTF">2026-04-24T23:02:08Z</dcterms:created>
  <dcterms:modified xsi:type="dcterms:W3CDTF">2026-04-25T17:15:46Z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